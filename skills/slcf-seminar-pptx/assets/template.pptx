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72" r:id="rId2"/>
    <p:sldMasterId id="2147483690" r:id="rId3"/>
  </p:sldMasterIdLst>
  <p:notesMasterIdLst>
    <p:notesMasterId r:id="rId6"/>
  </p:notesMasterIdLst>
  <p:sldIdLst>
    <p:sldId id="256" r:id="rId4"/>
    <p:sldId id="2170"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92" autoAdjust="0"/>
    <p:restoredTop sz="94660"/>
  </p:normalViewPr>
  <p:slideViewPr>
    <p:cSldViewPr snapToGrid="0">
      <p:cViewPr varScale="1">
        <p:scale>
          <a:sx n="104" d="100"/>
          <a:sy n="104" d="100"/>
        </p:scale>
        <p:origin x="72"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2.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0FF81-1D15-4363-B6CB-CA45747930AB}" type="datetimeFigureOut">
              <a:rPr lang="ko-KR" altLang="en-US" smtClean="0"/>
              <a:t>2026-04-28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A9907-D117-4498-9922-6B66D6E589B0}" type="slidenum">
              <a:rPr lang="ko-KR" altLang="en-US" smtClean="0"/>
              <a:t>‹#›</a:t>
            </a:fld>
            <a:endParaRPr lang="ko-KR" altLang="en-US"/>
          </a:p>
        </p:txBody>
      </p:sp>
    </p:spTree>
    <p:extLst>
      <p:ext uri="{BB962C8B-B14F-4D97-AF65-F5344CB8AC3E}">
        <p14:creationId xmlns:p14="http://schemas.microsoft.com/office/powerpoint/2010/main" val="343796961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628809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46050" y="1011238"/>
            <a:ext cx="8983663" cy="5054600"/>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lIns="130238" tIns="65119" rIns="130238" bIns="65119"/>
          <a:lstStyle/>
          <a:p>
            <a:pPr>
              <a:defRPr/>
            </a:pPr>
            <a:fld id="{7BFC1CD4-00F2-4EA7-8C31-7B07CD09CE95}" type="slidenum">
              <a:rPr lang="en-US" altLang="ko-KR" smtClean="0"/>
              <a:pPr>
                <a:defRPr/>
              </a:pPr>
              <a:t>2</a:t>
            </a:fld>
            <a:endParaRPr lang="en-US" altLang="ko-KR"/>
          </a:p>
        </p:txBody>
      </p:sp>
    </p:spTree>
    <p:extLst>
      <p:ext uri="{BB962C8B-B14F-4D97-AF65-F5344CB8AC3E}">
        <p14:creationId xmlns:p14="http://schemas.microsoft.com/office/powerpoint/2010/main" val="1913300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2669109"/>
            <a:ext cx="10363200" cy="1231106"/>
          </a:xfrm>
        </p:spPr>
        <p:txBody>
          <a:bodyPr/>
          <a:lstStyle>
            <a:lvl1pPr algn="l">
              <a:defRPr sz="3200" b="1" cap="all"/>
            </a:lvl1pPr>
          </a:lstStyle>
          <a:p>
            <a:r>
              <a:rPr lang="ko-KR" altLang="en-US"/>
              <a:t>마스터 제목 스타일 편집</a:t>
            </a:r>
            <a:endParaRPr lang="ko-KR" altLang="en-US" dirty="0"/>
          </a:p>
        </p:txBody>
      </p:sp>
      <p:sp>
        <p:nvSpPr>
          <p:cNvPr id="3" name="Text Placeholder 2"/>
          <p:cNvSpPr>
            <a:spLocks noGrp="1"/>
          </p:cNvSpPr>
          <p:nvPr>
            <p:ph type="body" idx="1"/>
          </p:nvPr>
        </p:nvSpPr>
        <p:spPr>
          <a:xfrm>
            <a:off x="963247" y="3945241"/>
            <a:ext cx="10363200" cy="461665"/>
          </a:xfrm>
        </p:spPr>
        <p:txBody>
          <a:bodyPr lIns="72000"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Tree>
    <p:extLst>
      <p:ext uri="{BB962C8B-B14F-4D97-AF65-F5344CB8AC3E}">
        <p14:creationId xmlns:p14="http://schemas.microsoft.com/office/powerpoint/2010/main" val="341831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a:noFill/>
        </p:spPr>
        <p:txBody>
          <a:bodyPr/>
          <a:lstStyle/>
          <a:p>
            <a:r>
              <a:rPr lang="ko-KR" altLang="en-US" dirty="0"/>
              <a:t>마스터 제목 스타일 편집</a:t>
            </a:r>
          </a:p>
        </p:txBody>
      </p:sp>
      <p:sp>
        <p:nvSpPr>
          <p:cNvPr id="5" name="텍스트 개체 틀 4"/>
          <p:cNvSpPr>
            <a:spLocks noGrp="1"/>
          </p:cNvSpPr>
          <p:nvPr>
            <p:ph type="body" sz="quarter" idx="10"/>
          </p:nvPr>
        </p:nvSpPr>
        <p:spPr>
          <a:xfrm>
            <a:off x="317511" y="1124744"/>
            <a:ext cx="11558400" cy="1692771"/>
          </a:xfrm>
        </p:spPr>
        <p:txBody>
          <a:bodyPr/>
          <a:lstStyle>
            <a:lvl1pPr marL="457200" marR="0" indent="-457200" algn="l" defTabSz="914400" rtl="0" eaLnBrk="0" fontAlgn="base" latinLnBrk="1" hangingPunct="0">
              <a:lnSpc>
                <a:spcPct val="100000"/>
              </a:lnSpc>
              <a:spcBef>
                <a:spcPct val="0"/>
              </a:spcBef>
              <a:spcAft>
                <a:spcPct val="50000"/>
              </a:spcAft>
              <a:buClr>
                <a:srgbClr val="CC0000"/>
              </a:buClr>
              <a:buSzTx/>
              <a:buFont typeface="Wingdings 2" pitchFamily="18" charset="2"/>
              <a:buChar char="¡"/>
              <a:tabLst/>
              <a:defRPr sz="2000"/>
            </a:lvl1pPr>
            <a:lvl2pPr marL="914400" marR="0" indent="-457200" algn="l" defTabSz="914400" rtl="0" eaLnBrk="0" fontAlgn="base" latinLnBrk="1" hangingPunct="0">
              <a:lnSpc>
                <a:spcPct val="100000"/>
              </a:lnSpc>
              <a:spcBef>
                <a:spcPct val="0"/>
              </a:spcBef>
              <a:spcAft>
                <a:spcPct val="50000"/>
              </a:spcAft>
              <a:buClr>
                <a:srgbClr val="FF9900"/>
              </a:buClr>
              <a:buSzTx/>
              <a:buFont typeface="Wingdings" panose="05000000000000000000" pitchFamily="2" charset="2"/>
              <a:buChar char="§"/>
              <a:tabLst/>
              <a:defRPr sz="1800"/>
            </a:lvl2pPr>
            <a:lvl3pPr marL="1371600" marR="0" indent="-457200" algn="l" defTabSz="914400" rtl="0" eaLnBrk="0" fontAlgn="base" latinLnBrk="1" hangingPunct="0">
              <a:lnSpc>
                <a:spcPct val="100000"/>
              </a:lnSpc>
              <a:spcBef>
                <a:spcPct val="0"/>
              </a:spcBef>
              <a:spcAft>
                <a:spcPct val="30000"/>
              </a:spcAft>
              <a:buClr>
                <a:srgbClr val="000000"/>
              </a:buClr>
              <a:buSzTx/>
              <a:buFontTx/>
              <a:buChar char="•"/>
              <a:tabLst/>
              <a:defRPr sz="1600"/>
            </a:lvl3pPr>
            <a:lvl4pPr marL="1828800" marR="0" indent="-457200" algn="l" defTabSz="914400" rtl="0" eaLnBrk="0" fontAlgn="base" latinLnBrk="1" hangingPunct="0">
              <a:lnSpc>
                <a:spcPct val="100000"/>
              </a:lnSpc>
              <a:spcBef>
                <a:spcPct val="0"/>
              </a:spcBef>
              <a:spcAft>
                <a:spcPct val="30000"/>
              </a:spcAft>
              <a:buClr>
                <a:srgbClr val="000000"/>
              </a:buClr>
              <a:buSzTx/>
              <a:buFontTx/>
              <a:buChar char="•"/>
              <a:tabLst/>
              <a:defRPr sz="1400"/>
            </a:lvl4pPr>
            <a:lvl5pPr marL="2286000" marR="0" indent="-457200" algn="l" defTabSz="914400" rtl="0" eaLnBrk="0" fontAlgn="base" latinLnBrk="1" hangingPunct="0">
              <a:lnSpc>
                <a:spcPct val="100000"/>
              </a:lnSpc>
              <a:spcBef>
                <a:spcPct val="0"/>
              </a:spcBef>
              <a:spcAft>
                <a:spcPct val="30000"/>
              </a:spcAft>
              <a:buClr>
                <a:srgbClr val="000000"/>
              </a:buClr>
              <a:buSzTx/>
              <a:buFontTx/>
              <a:buChar char="•"/>
              <a:tabLst/>
              <a:defRPr sz="1400"/>
            </a:lvl5pPr>
          </a:lstStyle>
          <a:p>
            <a:pPr lvl="0"/>
            <a:r>
              <a:rPr lang="ko-KR" altLang="en-US" noProof="0" dirty="0"/>
              <a:t>마스터 텍스트 스타일을 편집합니다</a:t>
            </a:r>
          </a:p>
          <a:p>
            <a:pPr lvl="1"/>
            <a:r>
              <a:rPr lang="ko-KR" altLang="en-US" noProof="0" dirty="0"/>
              <a:t>둘째 수준</a:t>
            </a:r>
          </a:p>
          <a:p>
            <a:pPr lvl="2"/>
            <a:r>
              <a:rPr lang="ko-KR" altLang="en-US" noProof="0" dirty="0"/>
              <a:t>셋째 수준</a:t>
            </a:r>
          </a:p>
          <a:p>
            <a:pPr lvl="3"/>
            <a:r>
              <a:rPr lang="ko-KR" altLang="en-US" noProof="0" dirty="0"/>
              <a:t>넷째 수준</a:t>
            </a:r>
          </a:p>
          <a:p>
            <a:pPr lvl="4"/>
            <a:r>
              <a:rPr lang="ko-KR" altLang="en-US" noProof="0" dirty="0"/>
              <a:t>다섯째 수준</a:t>
            </a:r>
          </a:p>
        </p:txBody>
      </p:sp>
    </p:spTree>
    <p:extLst>
      <p:ext uri="{BB962C8B-B14F-4D97-AF65-F5344CB8AC3E}">
        <p14:creationId xmlns:p14="http://schemas.microsoft.com/office/powerpoint/2010/main" val="3063222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ltLang="ko-KR" dirty="0"/>
              <a:t>Click to edit Master title style</a:t>
            </a:r>
            <a:endParaRPr lang="ko-KR" altLang="en-US" dirty="0"/>
          </a:p>
        </p:txBody>
      </p:sp>
    </p:spTree>
    <p:extLst>
      <p:ext uri="{BB962C8B-B14F-4D97-AF65-F5344CB8AC3E}">
        <p14:creationId xmlns:p14="http://schemas.microsoft.com/office/powerpoint/2010/main" val="146328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noFill/>
          <a:ln w="9525">
            <a:noFill/>
            <a:miter lim="800000"/>
            <a:headEnd/>
            <a:tailEnd/>
          </a:ln>
          <a:effectLst/>
        </p:spPr>
        <p:txBody>
          <a:bodyPr vert="horz" wrap="square" lIns="144000" tIns="0" rIns="0" bIns="0" numCol="1" anchor="ctr" anchorCtr="0" compatLnSpc="1">
            <a:prstTxWarp prst="textNoShape">
              <a:avLst/>
            </a:prstTxWarp>
            <a:noAutofit/>
          </a:bodyPr>
          <a:lstStyle>
            <a:lvl1pPr>
              <a:defRPr/>
            </a:lvl1pPr>
          </a:lstStyle>
          <a:p>
            <a:pPr lvl="0"/>
            <a:endParaRPr/>
          </a:p>
        </p:txBody>
      </p:sp>
      <p:sp>
        <p:nvSpPr>
          <p:cNvPr id="3" name="Holder 3"/>
          <p:cNvSpPr>
            <a:spLocks noGrp="1"/>
          </p:cNvSpPr>
          <p:nvPr>
            <p:ph sz="half" idx="2" hasCustomPrompt="1"/>
          </p:nvPr>
        </p:nvSpPr>
        <p:spPr>
          <a:xfrm>
            <a:off x="335360" y="1268760"/>
            <a:ext cx="5616624" cy="211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a:lvl1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Holder 4"/>
          <p:cNvSpPr>
            <a:spLocks noGrp="1"/>
          </p:cNvSpPr>
          <p:nvPr>
            <p:ph sz="half" idx="3" hasCustomPrompt="1"/>
          </p:nvPr>
        </p:nvSpPr>
        <p:spPr>
          <a:xfrm>
            <a:off x="6240016" y="1268760"/>
            <a:ext cx="5616623" cy="211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lang="ko-KR" altLang="en-US" dirty="0" smtClean="0"/>
            </a:lvl1pPr>
            <a:lvl2pPr>
              <a:defRPr lang="ko-KR" altLang="en-US" dirty="0" smtClean="0"/>
            </a:lvl2pPr>
            <a:lvl3pPr>
              <a:defRPr lang="ko-KR" altLang="en-US" dirty="0" smtClean="0"/>
            </a:lvl3pPr>
            <a:lvl4pPr>
              <a:defRPr lang="ko-KR" altLang="en-US" dirty="0" smtClean="0"/>
            </a:lvl4pPr>
            <a:lvl5pPr>
              <a:defRPr lang="ko-KR" altLang="en-US" dirty="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963551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제목 및 내용">
    <p:spTree>
      <p:nvGrpSpPr>
        <p:cNvPr id="1" name=""/>
        <p:cNvGrpSpPr/>
        <p:nvPr/>
      </p:nvGrpSpPr>
      <p:grpSpPr>
        <a:xfrm>
          <a:off x="0" y="0"/>
          <a:ext cx="0" cy="0"/>
          <a:chOff x="0" y="0"/>
          <a:chExt cx="0" cy="0"/>
        </a:xfrm>
      </p:grpSpPr>
      <p:sp>
        <p:nvSpPr>
          <p:cNvPr id="2" name="제목 1"/>
          <p:cNvSpPr>
            <a:spLocks noGrp="1"/>
          </p:cNvSpPr>
          <p:nvPr>
            <p:ph type="title"/>
          </p:nvPr>
        </p:nvSpPr>
        <p:spPr>
          <a:noFill/>
        </p:spPr>
        <p:txBody>
          <a:bodyPr/>
          <a:lstStyle/>
          <a:p>
            <a:r>
              <a:rPr lang="ko-KR" altLang="en-US" dirty="0"/>
              <a:t>마스터 제목 스타일 편집</a:t>
            </a:r>
          </a:p>
        </p:txBody>
      </p:sp>
      <p:sp>
        <p:nvSpPr>
          <p:cNvPr id="3" name="내용 개체 틀 2"/>
          <p:cNvSpPr>
            <a:spLocks noGrp="1"/>
          </p:cNvSpPr>
          <p:nvPr>
            <p:ph idx="1"/>
          </p:nvPr>
        </p:nvSpPr>
        <p:spPr>
          <a:xfrm>
            <a:off x="315385" y="1060450"/>
            <a:ext cx="6644711" cy="2197525"/>
          </a:xfrm>
        </p:spPr>
        <p:txBody>
          <a:bodyPr/>
          <a:lstStyle>
            <a:lvl1pPr marL="457200" marR="0" indent="-457200" algn="l" defTabSz="914400" rtl="0" eaLnBrk="0" fontAlgn="base" latinLnBrk="1" hangingPunct="0">
              <a:lnSpc>
                <a:spcPct val="150000"/>
              </a:lnSpc>
              <a:spcBef>
                <a:spcPct val="0"/>
              </a:spcBef>
              <a:spcAft>
                <a:spcPct val="50000"/>
              </a:spcAft>
              <a:buClr>
                <a:srgbClr val="CC0000"/>
              </a:buClr>
              <a:buSzTx/>
              <a:buFont typeface="Wingdings 2" pitchFamily="18" charset="2"/>
              <a:buChar char="¡"/>
              <a:tabLst/>
              <a:defRPr>
                <a:latin typeface="맑은 고딕" pitchFamily="50" charset="-127"/>
                <a:ea typeface="맑은 고딕" pitchFamily="50" charset="-127"/>
              </a:defRPr>
            </a:lvl1pPr>
            <a:lvl2pPr marL="914400" marR="0" indent="-457200" algn="l" defTabSz="914400" rtl="0" eaLnBrk="0" fontAlgn="base" latinLnBrk="1" hangingPunct="0">
              <a:lnSpc>
                <a:spcPct val="100000"/>
              </a:lnSpc>
              <a:spcBef>
                <a:spcPct val="0"/>
              </a:spcBef>
              <a:spcAft>
                <a:spcPct val="50000"/>
              </a:spcAft>
              <a:buClr>
                <a:srgbClr val="FFC000"/>
              </a:buClr>
              <a:buSzTx/>
              <a:buFont typeface="Wingdings" panose="05000000000000000000" pitchFamily="2" charset="2"/>
              <a:buChar char="§"/>
              <a:tabLst/>
              <a:defRPr>
                <a:latin typeface="맑은 고딕" pitchFamily="50" charset="-127"/>
                <a:ea typeface="맑은 고딕" pitchFamily="50" charset="-127"/>
              </a:defRPr>
            </a:lvl2pPr>
            <a:lvl3pPr marL="1371600" marR="0" indent="-457200" algn="l" defTabSz="914400" rtl="0" eaLnBrk="0" fontAlgn="base" latinLnBrk="1" hangingPunct="0">
              <a:lnSpc>
                <a:spcPct val="100000"/>
              </a:lnSpc>
              <a:spcBef>
                <a:spcPct val="0"/>
              </a:spcBef>
              <a:spcAft>
                <a:spcPct val="30000"/>
              </a:spcAft>
              <a:buClr>
                <a:srgbClr val="000000"/>
              </a:buClr>
              <a:buSzTx/>
              <a:buFontTx/>
              <a:buChar char="•"/>
              <a:tabLst/>
              <a:defRPr>
                <a:latin typeface="맑은 고딕" pitchFamily="50" charset="-127"/>
                <a:ea typeface="맑은 고딕" pitchFamily="50" charset="-127"/>
              </a:defRPr>
            </a:lvl3pPr>
            <a:lvl4pPr marL="1828800" marR="0" indent="-457200" algn="l" defTabSz="914400" rtl="0" eaLnBrk="0" fontAlgn="base" latinLnBrk="1" hangingPunct="0">
              <a:lnSpc>
                <a:spcPct val="100000"/>
              </a:lnSpc>
              <a:spcBef>
                <a:spcPct val="0"/>
              </a:spcBef>
              <a:spcAft>
                <a:spcPct val="30000"/>
              </a:spcAft>
              <a:buClr>
                <a:srgbClr val="000000"/>
              </a:buClr>
              <a:buSzTx/>
              <a:buFontTx/>
              <a:buChar char="•"/>
              <a:tabLst/>
              <a:defRPr>
                <a:latin typeface="맑은 고딕" pitchFamily="50" charset="-127"/>
                <a:ea typeface="맑은 고딕" pitchFamily="50" charset="-127"/>
              </a:defRPr>
            </a:lvl4pPr>
            <a:lvl5pPr marL="2286000" marR="0" indent="-457200" algn="l" defTabSz="914400" rtl="0" eaLnBrk="0" fontAlgn="base" latinLnBrk="1" hangingPunct="0">
              <a:lnSpc>
                <a:spcPct val="100000"/>
              </a:lnSpc>
              <a:spcBef>
                <a:spcPct val="0"/>
              </a:spcBef>
              <a:spcAft>
                <a:spcPct val="30000"/>
              </a:spcAft>
              <a:buClr>
                <a:srgbClr val="000000"/>
              </a:buClr>
              <a:buSzTx/>
              <a:buFontTx/>
              <a:buChar char="•"/>
              <a:tabLst/>
              <a:defRPr>
                <a:latin typeface="맑은 고딕" pitchFamily="50" charset="-127"/>
                <a:ea typeface="맑은 고딕" pitchFamily="50" charset="-127"/>
              </a:defRPr>
            </a:lvl5pPr>
          </a:lstStyle>
          <a:p>
            <a:pPr lvl="0"/>
            <a:r>
              <a:rPr lang="ko-KR" altLang="en-US" noProof="0" dirty="0"/>
              <a:t>마스터 텍스트 스타일을 편집합니다</a:t>
            </a:r>
          </a:p>
          <a:p>
            <a:pPr lvl="1"/>
            <a:r>
              <a:rPr lang="ko-KR" altLang="en-US" noProof="0" dirty="0"/>
              <a:t>둘째 수준</a:t>
            </a:r>
          </a:p>
          <a:p>
            <a:pPr lvl="2"/>
            <a:r>
              <a:rPr lang="ko-KR" altLang="en-US" noProof="0" dirty="0"/>
              <a:t>셋째 수준</a:t>
            </a:r>
          </a:p>
          <a:p>
            <a:pPr lvl="3"/>
            <a:r>
              <a:rPr lang="ko-KR" altLang="en-US" noProof="0" dirty="0"/>
              <a:t>넷째 수준</a:t>
            </a:r>
          </a:p>
          <a:p>
            <a:pPr lvl="4"/>
            <a:r>
              <a:rPr lang="ko-KR" altLang="en-US" noProof="0" dirty="0"/>
              <a:t>다섯째 수준</a:t>
            </a:r>
          </a:p>
        </p:txBody>
      </p:sp>
    </p:spTree>
    <p:extLst>
      <p:ext uri="{BB962C8B-B14F-4D97-AF65-F5344CB8AC3E}">
        <p14:creationId xmlns:p14="http://schemas.microsoft.com/office/powerpoint/2010/main" val="3379753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latinLnBrk="1">
                <a:defRPr/>
              </a:pPr>
              <a:r>
                <a:rPr kumimoji="0" lang="en-US" altLang="zh-CN" sz="1000" b="0">
                  <a:solidFill>
                    <a:srgbClr val="000000"/>
                  </a:solidFill>
                  <a:latin typeface="맑은 고딕" panose="020B0503020000020004" pitchFamily="50" charset="-127"/>
                  <a:ea typeface="맑은 고딕" panose="020B0503020000020004" pitchFamily="50" charset="-127"/>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8" name="모서리가 둥근 직사각형 7"/>
          <p:cNvSpPr>
            <a:spLocks noChangeArrowheads="1"/>
          </p:cNvSpPr>
          <p:nvPr userDrawn="1"/>
        </p:nvSpPr>
        <p:spPr bwMode="auto">
          <a:xfrm>
            <a:off x="71438" y="44450"/>
            <a:ext cx="12049125" cy="6769100"/>
          </a:xfrm>
          <a:prstGeom prst="roundRect">
            <a:avLst>
              <a:gd name="adj" fmla="val 106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defTabSz="977900"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77900"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77900"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77900"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77900"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algn="ctr" eaLnBrk="1" hangingPunct="1">
              <a:defRPr/>
            </a:pPr>
            <a:endParaRPr kumimoji="0" lang="ko-KR" altLang="en-US" sz="1300" b="0">
              <a:latin typeface="맑은 고딕" panose="020B0503020000020004" pitchFamily="50" charset="-127"/>
              <a:ea typeface="맑은 고딕" panose="020B0503020000020004" pitchFamily="50" charset="-127"/>
            </a:endParaRPr>
          </a:p>
        </p:txBody>
      </p:sp>
      <p:sp>
        <p:nvSpPr>
          <p:cNvPr id="11" name="Rectangle 1027"/>
          <p:cNvSpPr>
            <a:spLocks noGrp="1" noChangeArrowheads="1"/>
          </p:cNvSpPr>
          <p:nvPr>
            <p:ph type="subTitle" idx="1"/>
          </p:nvPr>
        </p:nvSpPr>
        <p:spPr>
          <a:xfrm>
            <a:off x="3591169" y="3962402"/>
            <a:ext cx="6840416" cy="200055"/>
          </a:xfrm>
        </p:spPr>
        <p:txBody>
          <a:bodyPr/>
          <a:lstStyle>
            <a:lvl1pPr algn="r">
              <a:defRPr sz="1300">
                <a:solidFill>
                  <a:schemeClr val="bg1">
                    <a:lumMod val="85000"/>
                  </a:schemeClr>
                </a:solidFill>
                <a:latin typeface="+mn-ea"/>
                <a:ea typeface="+mn-ea"/>
              </a:defRPr>
            </a:lvl1pPr>
          </a:lstStyle>
          <a:p>
            <a:r>
              <a:rPr lang="en-US" altLang="zh-CN" dirty="0"/>
              <a:t>Click to edit Master subtitle style</a:t>
            </a:r>
          </a:p>
        </p:txBody>
      </p:sp>
    </p:spTree>
    <p:extLst>
      <p:ext uri="{BB962C8B-B14F-4D97-AF65-F5344CB8AC3E}">
        <p14:creationId xmlns:p14="http://schemas.microsoft.com/office/powerpoint/2010/main" val="17598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361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4978908"/>
            <a:ext cx="12189460" cy="1879600"/>
          </a:xfrm>
          <a:custGeom>
            <a:avLst/>
            <a:gdLst/>
            <a:ahLst/>
            <a:cxnLst/>
            <a:rect l="l" t="t" r="r" b="b"/>
            <a:pathLst>
              <a:path w="12189460" h="1879600">
                <a:moveTo>
                  <a:pt x="12188952" y="1879090"/>
                </a:moveTo>
                <a:lnTo>
                  <a:pt x="12188952" y="0"/>
                </a:lnTo>
                <a:lnTo>
                  <a:pt x="0" y="0"/>
                </a:lnTo>
                <a:lnTo>
                  <a:pt x="0" y="1879090"/>
                </a:lnTo>
                <a:lnTo>
                  <a:pt x="12188952" y="1879090"/>
                </a:lnTo>
                <a:close/>
              </a:path>
            </a:pathLst>
          </a:custGeom>
          <a:solidFill>
            <a:schemeClr val="tx1"/>
          </a:solidFill>
        </p:spPr>
        <p:txBody>
          <a:bodyPr wrap="square" lIns="0" tIns="0" rIns="0" bIns="0" rtlCol="0"/>
          <a:lstStyle/>
          <a:p>
            <a:endParaRPr/>
          </a:p>
        </p:txBody>
      </p:sp>
      <p:sp>
        <p:nvSpPr>
          <p:cNvPr id="17" name="bk object 17"/>
          <p:cNvSpPr/>
          <p:nvPr/>
        </p:nvSpPr>
        <p:spPr>
          <a:xfrm>
            <a:off x="0" y="4914900"/>
            <a:ext cx="12189460" cy="64135"/>
          </a:xfrm>
          <a:custGeom>
            <a:avLst/>
            <a:gdLst/>
            <a:ahLst/>
            <a:cxnLst/>
            <a:rect l="l" t="t" r="r" b="b"/>
            <a:pathLst>
              <a:path w="12189460" h="64135">
                <a:moveTo>
                  <a:pt x="0" y="64007"/>
                </a:moveTo>
                <a:lnTo>
                  <a:pt x="12188952" y="64007"/>
                </a:lnTo>
                <a:lnTo>
                  <a:pt x="12188952" y="0"/>
                </a:lnTo>
                <a:lnTo>
                  <a:pt x="0" y="0"/>
                </a:lnTo>
                <a:lnTo>
                  <a:pt x="0" y="64007"/>
                </a:lnTo>
                <a:close/>
              </a:path>
            </a:pathLst>
          </a:custGeom>
          <a:solidFill>
            <a:schemeClr val="accent1">
              <a:lumMod val="75000"/>
            </a:schemeClr>
          </a:solidFill>
        </p:spPr>
        <p:txBody>
          <a:bodyPr wrap="square" lIns="0" tIns="0" rIns="0" bIns="0" rtlCol="0"/>
          <a:lstStyle/>
          <a:p>
            <a:endParaRPr/>
          </a:p>
        </p:txBody>
      </p:sp>
    </p:spTree>
    <p:extLst>
      <p:ext uri="{BB962C8B-B14F-4D97-AF65-F5344CB8AC3E}">
        <p14:creationId xmlns:p14="http://schemas.microsoft.com/office/powerpoint/2010/main" val="25410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kumimoji="0" lang="en-US" altLang="zh-CN" sz="1500" b="0">
                  <a:solidFill>
                    <a:srgbClr val="000000"/>
                  </a:solidFill>
                  <a:latin typeface="맑은 고딕" pitchFamily="50" charset="-127"/>
                  <a:ea typeface="맑은 고딕" pitchFamily="50" charset="-127"/>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latinLnBrk="1">
                <a:defRPr/>
              </a:pPr>
              <a:r>
                <a:rPr kumimoji="0" lang="en-US" altLang="zh-CN" sz="1000" b="0">
                  <a:solidFill>
                    <a:srgbClr val="000000"/>
                  </a:solidFill>
                  <a:latin typeface="맑은 고딕" panose="020B0503020000020004" pitchFamily="50" charset="-127"/>
                  <a:ea typeface="맑은 고딕" panose="020B0503020000020004" pitchFamily="50" charset="-127"/>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8" name="모서리가 둥근 직사각형 7"/>
          <p:cNvSpPr>
            <a:spLocks noChangeArrowheads="1"/>
          </p:cNvSpPr>
          <p:nvPr userDrawn="1"/>
        </p:nvSpPr>
        <p:spPr bwMode="auto">
          <a:xfrm>
            <a:off x="71438" y="44450"/>
            <a:ext cx="12049125" cy="6769100"/>
          </a:xfrm>
          <a:prstGeom prst="roundRect">
            <a:avLst>
              <a:gd name="adj" fmla="val 106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defTabSz="977900"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77900"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77900"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77900"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77900"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algn="ctr" eaLnBrk="1" hangingPunct="1">
              <a:defRPr/>
            </a:pPr>
            <a:endParaRPr kumimoji="0" lang="ko-KR" altLang="en-US" sz="1300" b="0">
              <a:latin typeface="맑은 고딕" panose="020B0503020000020004" pitchFamily="50" charset="-127"/>
              <a:ea typeface="맑은 고딕" panose="020B0503020000020004" pitchFamily="50" charset="-127"/>
            </a:endParaRPr>
          </a:p>
        </p:txBody>
      </p:sp>
      <p:sp>
        <p:nvSpPr>
          <p:cNvPr id="12" name="object 4"/>
          <p:cNvSpPr txBox="1"/>
          <p:nvPr userDrawn="1"/>
        </p:nvSpPr>
        <p:spPr>
          <a:xfrm>
            <a:off x="177800" y="5974791"/>
            <a:ext cx="3782695" cy="501015"/>
          </a:xfrm>
          <a:prstGeom prst="rect">
            <a:avLst/>
          </a:prstGeom>
        </p:spPr>
        <p:txBody>
          <a:bodyPr vert="horz" wrap="square" lIns="0" tIns="0" rIns="0" bIns="0" rtlCol="0">
            <a:spAutoFit/>
          </a:bodyPr>
          <a:lstStyle/>
          <a:p>
            <a:pPr marR="5715" algn="r">
              <a:lnSpc>
                <a:spcPct val="100000"/>
              </a:lnSpc>
            </a:pPr>
            <a:r>
              <a:rPr sz="1100" dirty="0">
                <a:solidFill>
                  <a:srgbClr val="FFFFFF"/>
                </a:solidFill>
                <a:latin typeface="Calibri"/>
                <a:cs typeface="Calibri"/>
              </a:rPr>
              <a:t>UVA</a:t>
            </a:r>
            <a:r>
              <a:rPr sz="1100" spc="-15" dirty="0">
                <a:solidFill>
                  <a:srgbClr val="FFFFFF"/>
                </a:solidFill>
                <a:latin typeface="Calibri"/>
                <a:cs typeface="Calibri"/>
              </a:rPr>
              <a:t> </a:t>
            </a:r>
            <a:r>
              <a:rPr sz="1100" dirty="0">
                <a:solidFill>
                  <a:srgbClr val="FFFFFF"/>
                </a:solidFill>
                <a:latin typeface="Calibri"/>
                <a:cs typeface="Calibri"/>
              </a:rPr>
              <a:t>D</a:t>
            </a:r>
            <a:r>
              <a:rPr sz="1100" spc="-5" dirty="0">
                <a:solidFill>
                  <a:srgbClr val="FFFFFF"/>
                </a:solidFill>
                <a:latin typeface="Calibri"/>
                <a:cs typeface="Calibri"/>
              </a:rPr>
              <a:t>EE</a:t>
            </a:r>
            <a:r>
              <a:rPr sz="1100" dirty="0">
                <a:solidFill>
                  <a:srgbClr val="FFFFFF"/>
                </a:solidFill>
                <a:latin typeface="Calibri"/>
                <a:cs typeface="Calibri"/>
              </a:rPr>
              <a:t>P</a:t>
            </a:r>
            <a:r>
              <a:rPr sz="1100" spc="-15" dirty="0">
                <a:solidFill>
                  <a:srgbClr val="FFFFFF"/>
                </a:solidFill>
                <a:latin typeface="Calibri"/>
                <a:cs typeface="Calibri"/>
              </a:rPr>
              <a:t> </a:t>
            </a:r>
            <a:r>
              <a:rPr sz="1100" dirty="0">
                <a:solidFill>
                  <a:srgbClr val="FFFFFF"/>
                </a:solidFill>
                <a:latin typeface="Calibri"/>
                <a:cs typeface="Calibri"/>
              </a:rPr>
              <a:t>L</a:t>
            </a:r>
            <a:r>
              <a:rPr sz="1100" spc="-5" dirty="0">
                <a:solidFill>
                  <a:srgbClr val="FFFFFF"/>
                </a:solidFill>
                <a:latin typeface="Calibri"/>
                <a:cs typeface="Calibri"/>
              </a:rPr>
              <a:t>EARN</a:t>
            </a:r>
            <a:r>
              <a:rPr sz="1100" dirty="0">
                <a:solidFill>
                  <a:srgbClr val="FFFFFF"/>
                </a:solidFill>
                <a:latin typeface="Calibri"/>
                <a:cs typeface="Calibri"/>
              </a:rPr>
              <a:t>I</a:t>
            </a:r>
            <a:r>
              <a:rPr sz="1100" spc="-10" dirty="0">
                <a:solidFill>
                  <a:srgbClr val="FFFFFF"/>
                </a:solidFill>
                <a:latin typeface="Calibri"/>
                <a:cs typeface="Calibri"/>
              </a:rPr>
              <a:t>N</a:t>
            </a:r>
            <a:r>
              <a:rPr sz="1100" dirty="0">
                <a:solidFill>
                  <a:srgbClr val="FFFFFF"/>
                </a:solidFill>
                <a:latin typeface="Calibri"/>
                <a:cs typeface="Calibri"/>
              </a:rPr>
              <a:t>G </a:t>
            </a:r>
            <a:r>
              <a:rPr sz="1100" spc="-5" dirty="0">
                <a:solidFill>
                  <a:srgbClr val="FFFFFF"/>
                </a:solidFill>
                <a:latin typeface="Calibri"/>
                <a:cs typeface="Calibri"/>
              </a:rPr>
              <a:t>COURSE</a:t>
            </a:r>
            <a:endParaRPr sz="1100">
              <a:latin typeface="Calibri"/>
              <a:cs typeface="Calibri"/>
            </a:endParaRPr>
          </a:p>
          <a:p>
            <a:pPr marR="5080" algn="r">
              <a:lnSpc>
                <a:spcPct val="100000"/>
              </a:lnSpc>
            </a:pPr>
            <a:r>
              <a:rPr sz="1100" spc="-5" dirty="0">
                <a:solidFill>
                  <a:srgbClr val="FFFFFF"/>
                </a:solidFill>
                <a:latin typeface="Calibri"/>
                <a:cs typeface="Calibri"/>
              </a:rPr>
              <a:t>EF</a:t>
            </a:r>
            <a:r>
              <a:rPr sz="1100" spc="-10" dirty="0">
                <a:solidFill>
                  <a:srgbClr val="FFFFFF"/>
                </a:solidFill>
                <a:latin typeface="Calibri"/>
                <a:cs typeface="Calibri"/>
              </a:rPr>
              <a:t>S</a:t>
            </a:r>
            <a:r>
              <a:rPr sz="1100" spc="-5" dirty="0">
                <a:solidFill>
                  <a:srgbClr val="FFFFFF"/>
                </a:solidFill>
                <a:latin typeface="Calibri"/>
                <a:cs typeface="Calibri"/>
              </a:rPr>
              <a:t>TRATIO</a:t>
            </a:r>
            <a:r>
              <a:rPr sz="1100" dirty="0">
                <a:solidFill>
                  <a:srgbClr val="FFFFFF"/>
                </a:solidFill>
                <a:latin typeface="Calibri"/>
                <a:cs typeface="Calibri"/>
              </a:rPr>
              <a:t>S</a:t>
            </a:r>
            <a:r>
              <a:rPr sz="1100" spc="-20" dirty="0">
                <a:solidFill>
                  <a:srgbClr val="FFFFFF"/>
                </a:solidFill>
                <a:latin typeface="Calibri"/>
                <a:cs typeface="Calibri"/>
              </a:rPr>
              <a:t> </a:t>
            </a:r>
            <a:r>
              <a:rPr sz="1100" dirty="0">
                <a:solidFill>
                  <a:srgbClr val="FFFFFF"/>
                </a:solidFill>
                <a:latin typeface="Calibri"/>
                <a:cs typeface="Calibri"/>
              </a:rPr>
              <a:t>G</a:t>
            </a:r>
            <a:r>
              <a:rPr sz="1100" spc="-5" dirty="0">
                <a:solidFill>
                  <a:srgbClr val="FFFFFF"/>
                </a:solidFill>
                <a:latin typeface="Calibri"/>
                <a:cs typeface="Calibri"/>
              </a:rPr>
              <a:t>AVVES</a:t>
            </a:r>
            <a:endParaRPr sz="1100">
              <a:latin typeface="Calibri"/>
              <a:cs typeface="Calibri"/>
            </a:endParaRPr>
          </a:p>
          <a:p>
            <a:pPr marR="5080" algn="r">
              <a:lnSpc>
                <a:spcPct val="100000"/>
              </a:lnSpc>
            </a:pPr>
            <a:r>
              <a:rPr sz="1100" dirty="0">
                <a:solidFill>
                  <a:srgbClr val="FFFFFF"/>
                </a:solidFill>
                <a:latin typeface="Calibri"/>
                <a:cs typeface="Calibri"/>
              </a:rPr>
              <a:t>I</a:t>
            </a:r>
            <a:r>
              <a:rPr sz="1100" spc="-10" dirty="0">
                <a:solidFill>
                  <a:srgbClr val="FFFFFF"/>
                </a:solidFill>
                <a:latin typeface="Calibri"/>
                <a:cs typeface="Calibri"/>
              </a:rPr>
              <a:t>N</a:t>
            </a:r>
            <a:r>
              <a:rPr sz="1100" spc="-5" dirty="0">
                <a:solidFill>
                  <a:srgbClr val="FFFFFF"/>
                </a:solidFill>
                <a:latin typeface="Calibri"/>
                <a:cs typeface="Calibri"/>
              </a:rPr>
              <a:t>TRO</a:t>
            </a:r>
            <a:r>
              <a:rPr sz="1100" dirty="0">
                <a:solidFill>
                  <a:srgbClr val="FFFFFF"/>
                </a:solidFill>
                <a:latin typeface="Calibri"/>
                <a:cs typeface="Calibri"/>
              </a:rPr>
              <a:t>DU</a:t>
            </a:r>
            <a:r>
              <a:rPr sz="1100" spc="-5" dirty="0">
                <a:solidFill>
                  <a:srgbClr val="FFFFFF"/>
                </a:solidFill>
                <a:latin typeface="Calibri"/>
                <a:cs typeface="Calibri"/>
              </a:rPr>
              <a:t>CTIO</a:t>
            </a:r>
            <a:r>
              <a:rPr sz="1100" dirty="0">
                <a:solidFill>
                  <a:srgbClr val="FFFFFF"/>
                </a:solidFill>
                <a:latin typeface="Calibri"/>
                <a:cs typeface="Calibri"/>
              </a:rPr>
              <a:t>N</a:t>
            </a:r>
            <a:r>
              <a:rPr sz="1100" spc="-45" dirty="0">
                <a:solidFill>
                  <a:srgbClr val="FFFFFF"/>
                </a:solidFill>
                <a:latin typeface="Calibri"/>
                <a:cs typeface="Calibri"/>
              </a:rPr>
              <a:t> </a:t>
            </a:r>
            <a:r>
              <a:rPr sz="1100" spc="-5" dirty="0">
                <a:solidFill>
                  <a:srgbClr val="FFFFFF"/>
                </a:solidFill>
                <a:latin typeface="Calibri"/>
                <a:cs typeface="Calibri"/>
              </a:rPr>
              <a:t>T</a:t>
            </a:r>
            <a:r>
              <a:rPr sz="1100" dirty="0">
                <a:solidFill>
                  <a:srgbClr val="FFFFFF"/>
                </a:solidFill>
                <a:latin typeface="Calibri"/>
                <a:cs typeface="Calibri"/>
              </a:rPr>
              <a:t>O</a:t>
            </a:r>
            <a:r>
              <a:rPr sz="1100" spc="-10" dirty="0">
                <a:solidFill>
                  <a:srgbClr val="FFFFFF"/>
                </a:solidFill>
                <a:latin typeface="Calibri"/>
                <a:cs typeface="Calibri"/>
              </a:rPr>
              <a:t> </a:t>
            </a:r>
            <a:r>
              <a:rPr sz="1100" dirty="0">
                <a:solidFill>
                  <a:srgbClr val="FFFFFF"/>
                </a:solidFill>
                <a:latin typeface="Calibri"/>
                <a:cs typeface="Calibri"/>
              </a:rPr>
              <a:t>D</a:t>
            </a:r>
            <a:r>
              <a:rPr sz="1100" spc="-5" dirty="0">
                <a:solidFill>
                  <a:srgbClr val="FFFFFF"/>
                </a:solidFill>
                <a:latin typeface="Calibri"/>
                <a:cs typeface="Calibri"/>
              </a:rPr>
              <a:t>EE</a:t>
            </a:r>
            <a:r>
              <a:rPr sz="1100" dirty="0">
                <a:solidFill>
                  <a:srgbClr val="FFFFFF"/>
                </a:solidFill>
                <a:latin typeface="Calibri"/>
                <a:cs typeface="Calibri"/>
              </a:rPr>
              <a:t>P</a:t>
            </a:r>
            <a:r>
              <a:rPr sz="1100" spc="-20" dirty="0">
                <a:solidFill>
                  <a:srgbClr val="FFFFFF"/>
                </a:solidFill>
                <a:latin typeface="Calibri"/>
                <a:cs typeface="Calibri"/>
              </a:rPr>
              <a:t> </a:t>
            </a:r>
            <a:r>
              <a:rPr sz="1100" spc="-5" dirty="0">
                <a:solidFill>
                  <a:srgbClr val="FFFFFF"/>
                </a:solidFill>
                <a:latin typeface="Calibri"/>
                <a:cs typeface="Calibri"/>
              </a:rPr>
              <a:t>L</a:t>
            </a:r>
            <a:r>
              <a:rPr sz="1100" dirty="0">
                <a:solidFill>
                  <a:srgbClr val="FFFFFF"/>
                </a:solidFill>
                <a:latin typeface="Calibri"/>
                <a:cs typeface="Calibri"/>
              </a:rPr>
              <a:t>E</a:t>
            </a:r>
            <a:r>
              <a:rPr sz="1100" spc="-5" dirty="0">
                <a:solidFill>
                  <a:srgbClr val="FFFFFF"/>
                </a:solidFill>
                <a:latin typeface="Calibri"/>
                <a:cs typeface="Calibri"/>
              </a:rPr>
              <a:t>A</a:t>
            </a:r>
            <a:r>
              <a:rPr sz="1100" dirty="0">
                <a:solidFill>
                  <a:srgbClr val="FFFFFF"/>
                </a:solidFill>
                <a:latin typeface="Calibri"/>
                <a:cs typeface="Calibri"/>
              </a:rPr>
              <a:t>R</a:t>
            </a:r>
            <a:r>
              <a:rPr sz="1100" spc="-10" dirty="0">
                <a:solidFill>
                  <a:srgbClr val="FFFFFF"/>
                </a:solidFill>
                <a:latin typeface="Calibri"/>
                <a:cs typeface="Calibri"/>
              </a:rPr>
              <a:t>N</a:t>
            </a:r>
            <a:r>
              <a:rPr sz="1100" dirty="0">
                <a:solidFill>
                  <a:srgbClr val="FFFFFF"/>
                </a:solidFill>
                <a:latin typeface="Calibri"/>
                <a:cs typeface="Calibri"/>
              </a:rPr>
              <a:t>I</a:t>
            </a:r>
            <a:r>
              <a:rPr sz="1100" spc="-10" dirty="0">
                <a:solidFill>
                  <a:srgbClr val="FFFFFF"/>
                </a:solidFill>
                <a:latin typeface="Calibri"/>
                <a:cs typeface="Calibri"/>
              </a:rPr>
              <a:t>N</a:t>
            </a:r>
            <a:r>
              <a:rPr sz="1100" dirty="0">
                <a:solidFill>
                  <a:srgbClr val="FFFFFF"/>
                </a:solidFill>
                <a:latin typeface="Calibri"/>
                <a:cs typeface="Calibri"/>
              </a:rPr>
              <a:t>G </a:t>
            </a:r>
            <a:r>
              <a:rPr sz="1100" spc="-5" dirty="0">
                <a:solidFill>
                  <a:srgbClr val="FFFFFF"/>
                </a:solidFill>
                <a:latin typeface="Calibri"/>
                <a:cs typeface="Calibri"/>
              </a:rPr>
              <a:t>A</a:t>
            </a:r>
            <a:r>
              <a:rPr sz="1100" spc="-10" dirty="0">
                <a:solidFill>
                  <a:srgbClr val="FFFFFF"/>
                </a:solidFill>
                <a:latin typeface="Calibri"/>
                <a:cs typeface="Calibri"/>
              </a:rPr>
              <a:t>N</a:t>
            </a:r>
            <a:r>
              <a:rPr sz="1100" dirty="0">
                <a:solidFill>
                  <a:srgbClr val="FFFFFF"/>
                </a:solidFill>
                <a:latin typeface="Calibri"/>
                <a:cs typeface="Calibri"/>
              </a:rPr>
              <a:t>D </a:t>
            </a:r>
            <a:r>
              <a:rPr sz="1100" spc="-5" dirty="0">
                <a:solidFill>
                  <a:srgbClr val="FFFFFF"/>
                </a:solidFill>
                <a:latin typeface="Calibri"/>
                <a:cs typeface="Calibri"/>
              </a:rPr>
              <a:t>NEUR</a:t>
            </a:r>
            <a:r>
              <a:rPr sz="1100" spc="-10" dirty="0">
                <a:solidFill>
                  <a:srgbClr val="FFFFFF"/>
                </a:solidFill>
                <a:latin typeface="Calibri"/>
                <a:cs typeface="Calibri"/>
              </a:rPr>
              <a:t>A</a:t>
            </a:r>
            <a:r>
              <a:rPr sz="1100" dirty="0">
                <a:solidFill>
                  <a:srgbClr val="FFFFFF"/>
                </a:solidFill>
                <a:latin typeface="Calibri"/>
                <a:cs typeface="Calibri"/>
              </a:rPr>
              <a:t>L</a:t>
            </a:r>
            <a:r>
              <a:rPr sz="1100" spc="-10" dirty="0">
                <a:solidFill>
                  <a:srgbClr val="FFFFFF"/>
                </a:solidFill>
                <a:latin typeface="Calibri"/>
                <a:cs typeface="Calibri"/>
              </a:rPr>
              <a:t> N</a:t>
            </a:r>
            <a:r>
              <a:rPr sz="1100" spc="-5" dirty="0">
                <a:solidFill>
                  <a:srgbClr val="FFFFFF"/>
                </a:solidFill>
                <a:latin typeface="Calibri"/>
                <a:cs typeface="Calibri"/>
              </a:rPr>
              <a:t>ETWORK</a:t>
            </a:r>
            <a:r>
              <a:rPr sz="1100" dirty="0">
                <a:solidFill>
                  <a:srgbClr val="FFFFFF"/>
                </a:solidFill>
                <a:latin typeface="Calibri"/>
                <a:cs typeface="Calibri"/>
              </a:rPr>
              <a:t>S</a:t>
            </a:r>
            <a:r>
              <a:rPr sz="1100" spc="-15" dirty="0">
                <a:solidFill>
                  <a:srgbClr val="FFFFFF"/>
                </a:solidFill>
                <a:latin typeface="Calibri"/>
                <a:cs typeface="Calibri"/>
              </a:rPr>
              <a:t> </a:t>
            </a:r>
            <a:r>
              <a:rPr sz="1100" dirty="0">
                <a:solidFill>
                  <a:srgbClr val="FFFFFF"/>
                </a:solidFill>
                <a:latin typeface="Calibri"/>
                <a:cs typeface="Calibri"/>
              </a:rPr>
              <a:t>- 13</a:t>
            </a:r>
            <a:endParaRPr sz="1100">
              <a:latin typeface="Calibri"/>
              <a:cs typeface="Calibri"/>
            </a:endParaRPr>
          </a:p>
        </p:txBody>
      </p:sp>
      <p:sp>
        <p:nvSpPr>
          <p:cNvPr id="13" name="object 5"/>
          <p:cNvSpPr txBox="1"/>
          <p:nvPr userDrawn="1"/>
        </p:nvSpPr>
        <p:spPr>
          <a:xfrm>
            <a:off x="535940" y="1897507"/>
            <a:ext cx="3025775" cy="949325"/>
          </a:xfrm>
          <a:prstGeom prst="rect">
            <a:avLst/>
          </a:prstGeom>
        </p:spPr>
        <p:txBody>
          <a:bodyPr vert="horz" wrap="square" lIns="0" tIns="0" rIns="0" bIns="0" rtlCol="0">
            <a:spAutoFit/>
          </a:bodyPr>
          <a:lstStyle/>
          <a:p>
            <a:pPr marL="12700" marR="5080">
              <a:lnSpc>
                <a:spcPts val="3670"/>
              </a:lnSpc>
            </a:pPr>
            <a:r>
              <a:rPr sz="3600" b="0" spc="-80" dirty="0">
                <a:solidFill>
                  <a:srgbClr val="FFFFFF"/>
                </a:solidFill>
                <a:latin typeface="Calibri Light"/>
                <a:cs typeface="Calibri Light"/>
              </a:rPr>
              <a:t>D</a:t>
            </a:r>
            <a:r>
              <a:rPr sz="3600" b="0" spc="-55" dirty="0">
                <a:solidFill>
                  <a:srgbClr val="FFFFFF"/>
                </a:solidFill>
                <a:latin typeface="Calibri Light"/>
                <a:cs typeface="Calibri Light"/>
              </a:rPr>
              <a:t>ee</a:t>
            </a:r>
            <a:r>
              <a:rPr sz="3600" b="0" spc="-20" dirty="0">
                <a:solidFill>
                  <a:srgbClr val="FFFFFF"/>
                </a:solidFill>
                <a:latin typeface="Calibri Light"/>
                <a:cs typeface="Calibri Light"/>
              </a:rPr>
              <a:t>p</a:t>
            </a:r>
            <a:r>
              <a:rPr sz="3600" b="0" spc="-105" dirty="0">
                <a:solidFill>
                  <a:srgbClr val="FFFFFF"/>
                </a:solidFill>
                <a:latin typeface="Calibri Light"/>
                <a:cs typeface="Calibri Light"/>
              </a:rPr>
              <a:t> </a:t>
            </a:r>
            <a:r>
              <a:rPr sz="3600" b="0" spc="-60" dirty="0">
                <a:solidFill>
                  <a:srgbClr val="FFFFFF"/>
                </a:solidFill>
                <a:latin typeface="Calibri Light"/>
                <a:cs typeface="Calibri Light"/>
              </a:rPr>
              <a:t>L</a:t>
            </a:r>
            <a:r>
              <a:rPr sz="3600" b="0" spc="-55" dirty="0">
                <a:solidFill>
                  <a:srgbClr val="FFFFFF"/>
                </a:solidFill>
                <a:latin typeface="Calibri Light"/>
                <a:cs typeface="Calibri Light"/>
              </a:rPr>
              <a:t>e</a:t>
            </a:r>
            <a:r>
              <a:rPr sz="3600" b="0" spc="-70" dirty="0">
                <a:solidFill>
                  <a:srgbClr val="FFFFFF"/>
                </a:solidFill>
                <a:latin typeface="Calibri Light"/>
                <a:cs typeface="Calibri Light"/>
              </a:rPr>
              <a:t>arnin</a:t>
            </a:r>
            <a:r>
              <a:rPr sz="3600" b="0" spc="-20" dirty="0">
                <a:solidFill>
                  <a:srgbClr val="FFFFFF"/>
                </a:solidFill>
                <a:latin typeface="Calibri Light"/>
                <a:cs typeface="Calibri Light"/>
              </a:rPr>
              <a:t>g</a:t>
            </a:r>
            <a:r>
              <a:rPr sz="3600" b="0" spc="-90" dirty="0">
                <a:solidFill>
                  <a:srgbClr val="FFFFFF"/>
                </a:solidFill>
                <a:latin typeface="Calibri Light"/>
                <a:cs typeface="Calibri Light"/>
              </a:rPr>
              <a:t> </a:t>
            </a:r>
            <a:r>
              <a:rPr sz="3600" b="0" spc="-60" dirty="0">
                <a:solidFill>
                  <a:srgbClr val="FFFFFF"/>
                </a:solidFill>
                <a:latin typeface="Calibri Light"/>
                <a:cs typeface="Calibri Light"/>
              </a:rPr>
              <a:t>i</a:t>
            </a:r>
            <a:r>
              <a:rPr sz="3600" b="0" spc="-20" dirty="0">
                <a:solidFill>
                  <a:srgbClr val="FFFFFF"/>
                </a:solidFill>
                <a:latin typeface="Calibri Light"/>
                <a:cs typeface="Calibri Light"/>
              </a:rPr>
              <a:t>n</a:t>
            </a:r>
            <a:r>
              <a:rPr sz="3600" b="0" spc="-10" dirty="0">
                <a:solidFill>
                  <a:srgbClr val="FFFFFF"/>
                </a:solidFill>
                <a:latin typeface="Calibri Light"/>
                <a:cs typeface="Calibri Light"/>
              </a:rPr>
              <a:t> </a:t>
            </a:r>
            <a:r>
              <a:rPr sz="3600" b="0" spc="-130" dirty="0">
                <a:solidFill>
                  <a:srgbClr val="FFFFFF"/>
                </a:solidFill>
                <a:latin typeface="Calibri Light"/>
                <a:cs typeface="Calibri Light"/>
              </a:rPr>
              <a:t>R</a:t>
            </a:r>
            <a:r>
              <a:rPr sz="3600" b="0" spc="-55" dirty="0">
                <a:solidFill>
                  <a:srgbClr val="FFFFFF"/>
                </a:solidFill>
                <a:latin typeface="Calibri Light"/>
                <a:cs typeface="Calibri Light"/>
              </a:rPr>
              <a:t>o</a:t>
            </a:r>
            <a:r>
              <a:rPr sz="3600" b="0" spc="-70" dirty="0">
                <a:solidFill>
                  <a:srgbClr val="FFFFFF"/>
                </a:solidFill>
                <a:latin typeface="Calibri Light"/>
                <a:cs typeface="Calibri Light"/>
              </a:rPr>
              <a:t>b</a:t>
            </a:r>
            <a:r>
              <a:rPr sz="3600" b="0" spc="-55" dirty="0">
                <a:solidFill>
                  <a:srgbClr val="FFFFFF"/>
                </a:solidFill>
                <a:latin typeface="Calibri Light"/>
                <a:cs typeface="Calibri Light"/>
              </a:rPr>
              <a:t>o</a:t>
            </a:r>
            <a:r>
              <a:rPr sz="3600" b="0" spc="-60" dirty="0">
                <a:solidFill>
                  <a:srgbClr val="FFFFFF"/>
                </a:solidFill>
                <a:latin typeface="Calibri Light"/>
                <a:cs typeface="Calibri Light"/>
              </a:rPr>
              <a:t>ti</a:t>
            </a:r>
            <a:r>
              <a:rPr sz="3600" b="0" spc="-45" dirty="0">
                <a:solidFill>
                  <a:srgbClr val="FFFFFF"/>
                </a:solidFill>
                <a:latin typeface="Calibri Light"/>
                <a:cs typeface="Calibri Light"/>
              </a:rPr>
              <a:t>c</a:t>
            </a:r>
            <a:r>
              <a:rPr sz="3600" b="0" spc="-15" dirty="0">
                <a:solidFill>
                  <a:srgbClr val="FFFFFF"/>
                </a:solidFill>
                <a:latin typeface="Calibri Light"/>
                <a:cs typeface="Calibri Light"/>
              </a:rPr>
              <a:t>s</a:t>
            </a:r>
            <a:endParaRPr sz="3600">
              <a:latin typeface="Calibri Light"/>
              <a:cs typeface="Calibri Light"/>
            </a:endParaRPr>
          </a:p>
        </p:txBody>
      </p:sp>
      <p:sp>
        <p:nvSpPr>
          <p:cNvPr id="16" name="object 4"/>
          <p:cNvSpPr txBox="1"/>
          <p:nvPr userDrawn="1"/>
        </p:nvSpPr>
        <p:spPr>
          <a:xfrm>
            <a:off x="177800" y="5974791"/>
            <a:ext cx="3782695" cy="501015"/>
          </a:xfrm>
          <a:prstGeom prst="rect">
            <a:avLst/>
          </a:prstGeom>
        </p:spPr>
        <p:txBody>
          <a:bodyPr vert="horz" wrap="square" lIns="0" tIns="0" rIns="0" bIns="0" rtlCol="0">
            <a:spAutoFit/>
          </a:bodyPr>
          <a:lstStyle/>
          <a:p>
            <a:pPr marR="5715" algn="r">
              <a:lnSpc>
                <a:spcPct val="100000"/>
              </a:lnSpc>
            </a:pPr>
            <a:r>
              <a:rPr sz="1100" dirty="0">
                <a:solidFill>
                  <a:srgbClr val="FFFFFF"/>
                </a:solidFill>
                <a:latin typeface="Calibri"/>
                <a:cs typeface="Calibri"/>
              </a:rPr>
              <a:t>UVA</a:t>
            </a:r>
            <a:r>
              <a:rPr sz="1100" spc="-15" dirty="0">
                <a:solidFill>
                  <a:srgbClr val="FFFFFF"/>
                </a:solidFill>
                <a:latin typeface="Calibri"/>
                <a:cs typeface="Calibri"/>
              </a:rPr>
              <a:t> </a:t>
            </a:r>
            <a:r>
              <a:rPr sz="1100" dirty="0">
                <a:solidFill>
                  <a:srgbClr val="FFFFFF"/>
                </a:solidFill>
                <a:latin typeface="Calibri"/>
                <a:cs typeface="Calibri"/>
              </a:rPr>
              <a:t>D</a:t>
            </a:r>
            <a:r>
              <a:rPr sz="1100" spc="-5" dirty="0">
                <a:solidFill>
                  <a:srgbClr val="FFFFFF"/>
                </a:solidFill>
                <a:latin typeface="Calibri"/>
                <a:cs typeface="Calibri"/>
              </a:rPr>
              <a:t>EE</a:t>
            </a:r>
            <a:r>
              <a:rPr sz="1100" dirty="0">
                <a:solidFill>
                  <a:srgbClr val="FFFFFF"/>
                </a:solidFill>
                <a:latin typeface="Calibri"/>
                <a:cs typeface="Calibri"/>
              </a:rPr>
              <a:t>P</a:t>
            </a:r>
            <a:r>
              <a:rPr sz="1100" spc="-15" dirty="0">
                <a:solidFill>
                  <a:srgbClr val="FFFFFF"/>
                </a:solidFill>
                <a:latin typeface="Calibri"/>
                <a:cs typeface="Calibri"/>
              </a:rPr>
              <a:t> </a:t>
            </a:r>
            <a:r>
              <a:rPr sz="1100" dirty="0">
                <a:solidFill>
                  <a:srgbClr val="FFFFFF"/>
                </a:solidFill>
                <a:latin typeface="Calibri"/>
                <a:cs typeface="Calibri"/>
              </a:rPr>
              <a:t>L</a:t>
            </a:r>
            <a:r>
              <a:rPr sz="1100" spc="-5" dirty="0">
                <a:solidFill>
                  <a:srgbClr val="FFFFFF"/>
                </a:solidFill>
                <a:latin typeface="Calibri"/>
                <a:cs typeface="Calibri"/>
              </a:rPr>
              <a:t>EARN</a:t>
            </a:r>
            <a:r>
              <a:rPr sz="1100" dirty="0">
                <a:solidFill>
                  <a:srgbClr val="FFFFFF"/>
                </a:solidFill>
                <a:latin typeface="Calibri"/>
                <a:cs typeface="Calibri"/>
              </a:rPr>
              <a:t>I</a:t>
            </a:r>
            <a:r>
              <a:rPr sz="1100" spc="-10" dirty="0">
                <a:solidFill>
                  <a:srgbClr val="FFFFFF"/>
                </a:solidFill>
                <a:latin typeface="Calibri"/>
                <a:cs typeface="Calibri"/>
              </a:rPr>
              <a:t>N</a:t>
            </a:r>
            <a:r>
              <a:rPr sz="1100" dirty="0">
                <a:solidFill>
                  <a:srgbClr val="FFFFFF"/>
                </a:solidFill>
                <a:latin typeface="Calibri"/>
                <a:cs typeface="Calibri"/>
              </a:rPr>
              <a:t>G </a:t>
            </a:r>
            <a:r>
              <a:rPr sz="1100" spc="-5" dirty="0">
                <a:solidFill>
                  <a:srgbClr val="FFFFFF"/>
                </a:solidFill>
                <a:latin typeface="Calibri"/>
                <a:cs typeface="Calibri"/>
              </a:rPr>
              <a:t>COURSE</a:t>
            </a:r>
            <a:endParaRPr sz="1100">
              <a:latin typeface="Calibri"/>
              <a:cs typeface="Calibri"/>
            </a:endParaRPr>
          </a:p>
          <a:p>
            <a:pPr marR="5080" algn="r">
              <a:lnSpc>
                <a:spcPct val="100000"/>
              </a:lnSpc>
            </a:pPr>
            <a:r>
              <a:rPr sz="1100" spc="-5" dirty="0">
                <a:solidFill>
                  <a:srgbClr val="FFFFFF"/>
                </a:solidFill>
                <a:latin typeface="Calibri"/>
                <a:cs typeface="Calibri"/>
              </a:rPr>
              <a:t>EF</a:t>
            </a:r>
            <a:r>
              <a:rPr sz="1100" spc="-10" dirty="0">
                <a:solidFill>
                  <a:srgbClr val="FFFFFF"/>
                </a:solidFill>
                <a:latin typeface="Calibri"/>
                <a:cs typeface="Calibri"/>
              </a:rPr>
              <a:t>S</a:t>
            </a:r>
            <a:r>
              <a:rPr sz="1100" spc="-5" dirty="0">
                <a:solidFill>
                  <a:srgbClr val="FFFFFF"/>
                </a:solidFill>
                <a:latin typeface="Calibri"/>
                <a:cs typeface="Calibri"/>
              </a:rPr>
              <a:t>TRATIO</a:t>
            </a:r>
            <a:r>
              <a:rPr sz="1100" dirty="0">
                <a:solidFill>
                  <a:srgbClr val="FFFFFF"/>
                </a:solidFill>
                <a:latin typeface="Calibri"/>
                <a:cs typeface="Calibri"/>
              </a:rPr>
              <a:t>S</a:t>
            </a:r>
            <a:r>
              <a:rPr sz="1100" spc="-20" dirty="0">
                <a:solidFill>
                  <a:srgbClr val="FFFFFF"/>
                </a:solidFill>
                <a:latin typeface="Calibri"/>
                <a:cs typeface="Calibri"/>
              </a:rPr>
              <a:t> </a:t>
            </a:r>
            <a:r>
              <a:rPr sz="1100" dirty="0">
                <a:solidFill>
                  <a:srgbClr val="FFFFFF"/>
                </a:solidFill>
                <a:latin typeface="Calibri"/>
                <a:cs typeface="Calibri"/>
              </a:rPr>
              <a:t>G</a:t>
            </a:r>
            <a:r>
              <a:rPr sz="1100" spc="-5" dirty="0">
                <a:solidFill>
                  <a:srgbClr val="FFFFFF"/>
                </a:solidFill>
                <a:latin typeface="Calibri"/>
                <a:cs typeface="Calibri"/>
              </a:rPr>
              <a:t>AVVES</a:t>
            </a:r>
            <a:endParaRPr sz="1100">
              <a:latin typeface="Calibri"/>
              <a:cs typeface="Calibri"/>
            </a:endParaRPr>
          </a:p>
          <a:p>
            <a:pPr marR="5080" algn="r">
              <a:lnSpc>
                <a:spcPct val="100000"/>
              </a:lnSpc>
            </a:pPr>
            <a:r>
              <a:rPr sz="1100" dirty="0">
                <a:solidFill>
                  <a:srgbClr val="FFFFFF"/>
                </a:solidFill>
                <a:latin typeface="Calibri"/>
                <a:cs typeface="Calibri"/>
              </a:rPr>
              <a:t>I</a:t>
            </a:r>
            <a:r>
              <a:rPr sz="1100" spc="-10" dirty="0">
                <a:solidFill>
                  <a:srgbClr val="FFFFFF"/>
                </a:solidFill>
                <a:latin typeface="Calibri"/>
                <a:cs typeface="Calibri"/>
              </a:rPr>
              <a:t>N</a:t>
            </a:r>
            <a:r>
              <a:rPr sz="1100" spc="-5" dirty="0">
                <a:solidFill>
                  <a:srgbClr val="FFFFFF"/>
                </a:solidFill>
                <a:latin typeface="Calibri"/>
                <a:cs typeface="Calibri"/>
              </a:rPr>
              <a:t>TRO</a:t>
            </a:r>
            <a:r>
              <a:rPr sz="1100" dirty="0">
                <a:solidFill>
                  <a:srgbClr val="FFFFFF"/>
                </a:solidFill>
                <a:latin typeface="Calibri"/>
                <a:cs typeface="Calibri"/>
              </a:rPr>
              <a:t>DU</a:t>
            </a:r>
            <a:r>
              <a:rPr sz="1100" spc="-5" dirty="0">
                <a:solidFill>
                  <a:srgbClr val="FFFFFF"/>
                </a:solidFill>
                <a:latin typeface="Calibri"/>
                <a:cs typeface="Calibri"/>
              </a:rPr>
              <a:t>CTIO</a:t>
            </a:r>
            <a:r>
              <a:rPr sz="1100" dirty="0">
                <a:solidFill>
                  <a:srgbClr val="FFFFFF"/>
                </a:solidFill>
                <a:latin typeface="Calibri"/>
                <a:cs typeface="Calibri"/>
              </a:rPr>
              <a:t>N</a:t>
            </a:r>
            <a:r>
              <a:rPr sz="1100" spc="-45" dirty="0">
                <a:solidFill>
                  <a:srgbClr val="FFFFFF"/>
                </a:solidFill>
                <a:latin typeface="Calibri"/>
                <a:cs typeface="Calibri"/>
              </a:rPr>
              <a:t> </a:t>
            </a:r>
            <a:r>
              <a:rPr sz="1100" spc="-5" dirty="0">
                <a:solidFill>
                  <a:srgbClr val="FFFFFF"/>
                </a:solidFill>
                <a:latin typeface="Calibri"/>
                <a:cs typeface="Calibri"/>
              </a:rPr>
              <a:t>T</a:t>
            </a:r>
            <a:r>
              <a:rPr sz="1100" dirty="0">
                <a:solidFill>
                  <a:srgbClr val="FFFFFF"/>
                </a:solidFill>
                <a:latin typeface="Calibri"/>
                <a:cs typeface="Calibri"/>
              </a:rPr>
              <a:t>O</a:t>
            </a:r>
            <a:r>
              <a:rPr sz="1100" spc="-10" dirty="0">
                <a:solidFill>
                  <a:srgbClr val="FFFFFF"/>
                </a:solidFill>
                <a:latin typeface="Calibri"/>
                <a:cs typeface="Calibri"/>
              </a:rPr>
              <a:t> </a:t>
            </a:r>
            <a:r>
              <a:rPr sz="1100" dirty="0">
                <a:solidFill>
                  <a:srgbClr val="FFFFFF"/>
                </a:solidFill>
                <a:latin typeface="Calibri"/>
                <a:cs typeface="Calibri"/>
              </a:rPr>
              <a:t>D</a:t>
            </a:r>
            <a:r>
              <a:rPr sz="1100" spc="-5" dirty="0">
                <a:solidFill>
                  <a:srgbClr val="FFFFFF"/>
                </a:solidFill>
                <a:latin typeface="Calibri"/>
                <a:cs typeface="Calibri"/>
              </a:rPr>
              <a:t>EE</a:t>
            </a:r>
            <a:r>
              <a:rPr sz="1100" dirty="0">
                <a:solidFill>
                  <a:srgbClr val="FFFFFF"/>
                </a:solidFill>
                <a:latin typeface="Calibri"/>
                <a:cs typeface="Calibri"/>
              </a:rPr>
              <a:t>P</a:t>
            </a:r>
            <a:r>
              <a:rPr sz="1100" spc="-20" dirty="0">
                <a:solidFill>
                  <a:srgbClr val="FFFFFF"/>
                </a:solidFill>
                <a:latin typeface="Calibri"/>
                <a:cs typeface="Calibri"/>
              </a:rPr>
              <a:t> </a:t>
            </a:r>
            <a:r>
              <a:rPr sz="1100" spc="-5" dirty="0">
                <a:solidFill>
                  <a:srgbClr val="FFFFFF"/>
                </a:solidFill>
                <a:latin typeface="Calibri"/>
                <a:cs typeface="Calibri"/>
              </a:rPr>
              <a:t>L</a:t>
            </a:r>
            <a:r>
              <a:rPr sz="1100" dirty="0">
                <a:solidFill>
                  <a:srgbClr val="FFFFFF"/>
                </a:solidFill>
                <a:latin typeface="Calibri"/>
                <a:cs typeface="Calibri"/>
              </a:rPr>
              <a:t>E</a:t>
            </a:r>
            <a:r>
              <a:rPr sz="1100" spc="-5" dirty="0">
                <a:solidFill>
                  <a:srgbClr val="FFFFFF"/>
                </a:solidFill>
                <a:latin typeface="Calibri"/>
                <a:cs typeface="Calibri"/>
              </a:rPr>
              <a:t>A</a:t>
            </a:r>
            <a:r>
              <a:rPr sz="1100" dirty="0">
                <a:solidFill>
                  <a:srgbClr val="FFFFFF"/>
                </a:solidFill>
                <a:latin typeface="Calibri"/>
                <a:cs typeface="Calibri"/>
              </a:rPr>
              <a:t>R</a:t>
            </a:r>
            <a:r>
              <a:rPr sz="1100" spc="-10" dirty="0">
                <a:solidFill>
                  <a:srgbClr val="FFFFFF"/>
                </a:solidFill>
                <a:latin typeface="Calibri"/>
                <a:cs typeface="Calibri"/>
              </a:rPr>
              <a:t>N</a:t>
            </a:r>
            <a:r>
              <a:rPr sz="1100" dirty="0">
                <a:solidFill>
                  <a:srgbClr val="FFFFFF"/>
                </a:solidFill>
                <a:latin typeface="Calibri"/>
                <a:cs typeface="Calibri"/>
              </a:rPr>
              <a:t>I</a:t>
            </a:r>
            <a:r>
              <a:rPr sz="1100" spc="-10" dirty="0">
                <a:solidFill>
                  <a:srgbClr val="FFFFFF"/>
                </a:solidFill>
                <a:latin typeface="Calibri"/>
                <a:cs typeface="Calibri"/>
              </a:rPr>
              <a:t>N</a:t>
            </a:r>
            <a:r>
              <a:rPr sz="1100" dirty="0">
                <a:solidFill>
                  <a:srgbClr val="FFFFFF"/>
                </a:solidFill>
                <a:latin typeface="Calibri"/>
                <a:cs typeface="Calibri"/>
              </a:rPr>
              <a:t>G </a:t>
            </a:r>
            <a:r>
              <a:rPr sz="1100" spc="-5" dirty="0">
                <a:solidFill>
                  <a:srgbClr val="FFFFFF"/>
                </a:solidFill>
                <a:latin typeface="Calibri"/>
                <a:cs typeface="Calibri"/>
              </a:rPr>
              <a:t>A</a:t>
            </a:r>
            <a:r>
              <a:rPr sz="1100" spc="-10" dirty="0">
                <a:solidFill>
                  <a:srgbClr val="FFFFFF"/>
                </a:solidFill>
                <a:latin typeface="Calibri"/>
                <a:cs typeface="Calibri"/>
              </a:rPr>
              <a:t>N</a:t>
            </a:r>
            <a:r>
              <a:rPr sz="1100" dirty="0">
                <a:solidFill>
                  <a:srgbClr val="FFFFFF"/>
                </a:solidFill>
                <a:latin typeface="Calibri"/>
                <a:cs typeface="Calibri"/>
              </a:rPr>
              <a:t>D </a:t>
            </a:r>
            <a:r>
              <a:rPr sz="1100" spc="-5" dirty="0">
                <a:solidFill>
                  <a:srgbClr val="FFFFFF"/>
                </a:solidFill>
                <a:latin typeface="Calibri"/>
                <a:cs typeface="Calibri"/>
              </a:rPr>
              <a:t>NEUR</a:t>
            </a:r>
            <a:r>
              <a:rPr sz="1100" spc="-10" dirty="0">
                <a:solidFill>
                  <a:srgbClr val="FFFFFF"/>
                </a:solidFill>
                <a:latin typeface="Calibri"/>
                <a:cs typeface="Calibri"/>
              </a:rPr>
              <a:t>A</a:t>
            </a:r>
            <a:r>
              <a:rPr sz="1100" dirty="0">
                <a:solidFill>
                  <a:srgbClr val="FFFFFF"/>
                </a:solidFill>
                <a:latin typeface="Calibri"/>
                <a:cs typeface="Calibri"/>
              </a:rPr>
              <a:t>L</a:t>
            </a:r>
            <a:r>
              <a:rPr sz="1100" spc="-10" dirty="0">
                <a:solidFill>
                  <a:srgbClr val="FFFFFF"/>
                </a:solidFill>
                <a:latin typeface="Calibri"/>
                <a:cs typeface="Calibri"/>
              </a:rPr>
              <a:t> N</a:t>
            </a:r>
            <a:r>
              <a:rPr sz="1100" spc="-5" dirty="0">
                <a:solidFill>
                  <a:srgbClr val="FFFFFF"/>
                </a:solidFill>
                <a:latin typeface="Calibri"/>
                <a:cs typeface="Calibri"/>
              </a:rPr>
              <a:t>ETWORK</a:t>
            </a:r>
            <a:r>
              <a:rPr sz="1100" dirty="0">
                <a:solidFill>
                  <a:srgbClr val="FFFFFF"/>
                </a:solidFill>
                <a:latin typeface="Calibri"/>
                <a:cs typeface="Calibri"/>
              </a:rPr>
              <a:t>S</a:t>
            </a:r>
            <a:r>
              <a:rPr sz="1100" spc="-15" dirty="0">
                <a:solidFill>
                  <a:srgbClr val="FFFFFF"/>
                </a:solidFill>
                <a:latin typeface="Calibri"/>
                <a:cs typeface="Calibri"/>
              </a:rPr>
              <a:t> </a:t>
            </a:r>
            <a:r>
              <a:rPr sz="1100" dirty="0">
                <a:solidFill>
                  <a:srgbClr val="FFFFFF"/>
                </a:solidFill>
                <a:latin typeface="Calibri"/>
                <a:cs typeface="Calibri"/>
              </a:rPr>
              <a:t>- 18</a:t>
            </a:r>
            <a:endParaRPr sz="1100">
              <a:latin typeface="Calibri"/>
              <a:cs typeface="Calibri"/>
            </a:endParaRPr>
          </a:p>
        </p:txBody>
      </p:sp>
      <p:sp>
        <p:nvSpPr>
          <p:cNvPr id="17" name="object 5"/>
          <p:cNvSpPr txBox="1"/>
          <p:nvPr userDrawn="1"/>
        </p:nvSpPr>
        <p:spPr>
          <a:xfrm>
            <a:off x="535940" y="1897507"/>
            <a:ext cx="3025775" cy="949325"/>
          </a:xfrm>
          <a:prstGeom prst="rect">
            <a:avLst/>
          </a:prstGeom>
        </p:spPr>
        <p:txBody>
          <a:bodyPr vert="horz" wrap="square" lIns="0" tIns="0" rIns="0" bIns="0" rtlCol="0">
            <a:spAutoFit/>
          </a:bodyPr>
          <a:lstStyle/>
          <a:p>
            <a:pPr marL="12700" marR="5080">
              <a:lnSpc>
                <a:spcPts val="3670"/>
              </a:lnSpc>
            </a:pPr>
            <a:r>
              <a:rPr sz="3600" b="0" spc="-80" dirty="0">
                <a:solidFill>
                  <a:srgbClr val="FFFFFF"/>
                </a:solidFill>
                <a:latin typeface="Calibri Light"/>
                <a:cs typeface="Calibri Light"/>
              </a:rPr>
              <a:t>D</a:t>
            </a:r>
            <a:r>
              <a:rPr sz="3600" b="0" spc="-55" dirty="0">
                <a:solidFill>
                  <a:srgbClr val="FFFFFF"/>
                </a:solidFill>
                <a:latin typeface="Calibri Light"/>
                <a:cs typeface="Calibri Light"/>
              </a:rPr>
              <a:t>ee</a:t>
            </a:r>
            <a:r>
              <a:rPr sz="3600" b="0" spc="-20" dirty="0">
                <a:solidFill>
                  <a:srgbClr val="FFFFFF"/>
                </a:solidFill>
                <a:latin typeface="Calibri Light"/>
                <a:cs typeface="Calibri Light"/>
              </a:rPr>
              <a:t>p</a:t>
            </a:r>
            <a:r>
              <a:rPr sz="3600" b="0" spc="-105" dirty="0">
                <a:solidFill>
                  <a:srgbClr val="FFFFFF"/>
                </a:solidFill>
                <a:latin typeface="Calibri Light"/>
                <a:cs typeface="Calibri Light"/>
              </a:rPr>
              <a:t> </a:t>
            </a:r>
            <a:r>
              <a:rPr sz="3600" b="0" spc="-60" dirty="0">
                <a:solidFill>
                  <a:srgbClr val="FFFFFF"/>
                </a:solidFill>
                <a:latin typeface="Calibri Light"/>
                <a:cs typeface="Calibri Light"/>
              </a:rPr>
              <a:t>L</a:t>
            </a:r>
            <a:r>
              <a:rPr sz="3600" b="0" spc="-55" dirty="0">
                <a:solidFill>
                  <a:srgbClr val="FFFFFF"/>
                </a:solidFill>
                <a:latin typeface="Calibri Light"/>
                <a:cs typeface="Calibri Light"/>
              </a:rPr>
              <a:t>e</a:t>
            </a:r>
            <a:r>
              <a:rPr sz="3600" b="0" spc="-70" dirty="0">
                <a:solidFill>
                  <a:srgbClr val="FFFFFF"/>
                </a:solidFill>
                <a:latin typeface="Calibri Light"/>
                <a:cs typeface="Calibri Light"/>
              </a:rPr>
              <a:t>arnin</a:t>
            </a:r>
            <a:r>
              <a:rPr sz="3600" b="0" spc="-20" dirty="0">
                <a:solidFill>
                  <a:srgbClr val="FFFFFF"/>
                </a:solidFill>
                <a:latin typeface="Calibri Light"/>
                <a:cs typeface="Calibri Light"/>
              </a:rPr>
              <a:t>g</a:t>
            </a:r>
            <a:r>
              <a:rPr sz="3600" b="0" spc="-90" dirty="0">
                <a:solidFill>
                  <a:srgbClr val="FFFFFF"/>
                </a:solidFill>
                <a:latin typeface="Calibri Light"/>
                <a:cs typeface="Calibri Light"/>
              </a:rPr>
              <a:t> </a:t>
            </a:r>
            <a:r>
              <a:rPr sz="3600" b="0" spc="-60" dirty="0">
                <a:solidFill>
                  <a:srgbClr val="FFFFFF"/>
                </a:solidFill>
                <a:latin typeface="Calibri Light"/>
                <a:cs typeface="Calibri Light"/>
              </a:rPr>
              <a:t>i</a:t>
            </a:r>
            <a:r>
              <a:rPr sz="3600" b="0" spc="-20" dirty="0">
                <a:solidFill>
                  <a:srgbClr val="FFFFFF"/>
                </a:solidFill>
                <a:latin typeface="Calibri Light"/>
                <a:cs typeface="Calibri Light"/>
              </a:rPr>
              <a:t>n</a:t>
            </a:r>
            <a:r>
              <a:rPr sz="3600" b="0" spc="-10" dirty="0">
                <a:solidFill>
                  <a:srgbClr val="FFFFFF"/>
                </a:solidFill>
                <a:latin typeface="Calibri Light"/>
                <a:cs typeface="Calibri Light"/>
              </a:rPr>
              <a:t> </a:t>
            </a:r>
            <a:r>
              <a:rPr sz="3600" b="0" spc="-55" dirty="0">
                <a:solidFill>
                  <a:srgbClr val="FFFFFF"/>
                </a:solidFill>
                <a:latin typeface="Calibri Light"/>
                <a:cs typeface="Calibri Light"/>
              </a:rPr>
              <a:t>N</a:t>
            </a:r>
            <a:r>
              <a:rPr sz="3600" b="0" spc="-60" dirty="0">
                <a:solidFill>
                  <a:srgbClr val="FFFFFF"/>
                </a:solidFill>
                <a:latin typeface="Calibri Light"/>
                <a:cs typeface="Calibri Light"/>
              </a:rPr>
              <a:t>L</a:t>
            </a:r>
            <a:r>
              <a:rPr sz="3600" b="0" spc="-20" dirty="0">
                <a:solidFill>
                  <a:srgbClr val="FFFFFF"/>
                </a:solidFill>
                <a:latin typeface="Calibri Light"/>
                <a:cs typeface="Calibri Light"/>
              </a:rPr>
              <a:t>P</a:t>
            </a:r>
            <a:r>
              <a:rPr sz="3600" b="0" spc="-105" dirty="0">
                <a:solidFill>
                  <a:srgbClr val="FFFFFF"/>
                </a:solidFill>
                <a:latin typeface="Calibri Light"/>
                <a:cs typeface="Calibri Light"/>
              </a:rPr>
              <a:t> </a:t>
            </a:r>
            <a:r>
              <a:rPr sz="3600" b="0" spc="-70" dirty="0">
                <a:solidFill>
                  <a:srgbClr val="FFFFFF"/>
                </a:solidFill>
                <a:latin typeface="Calibri Light"/>
                <a:cs typeface="Calibri Light"/>
              </a:rPr>
              <a:t>an</a:t>
            </a:r>
            <a:r>
              <a:rPr sz="3600" b="0" spc="-20" dirty="0">
                <a:solidFill>
                  <a:srgbClr val="FFFFFF"/>
                </a:solidFill>
                <a:latin typeface="Calibri Light"/>
                <a:cs typeface="Calibri Light"/>
              </a:rPr>
              <a:t>d</a:t>
            </a:r>
            <a:r>
              <a:rPr sz="3600" b="0" spc="-95" dirty="0">
                <a:solidFill>
                  <a:srgbClr val="FFFFFF"/>
                </a:solidFill>
                <a:latin typeface="Calibri Light"/>
                <a:cs typeface="Calibri Light"/>
              </a:rPr>
              <a:t> </a:t>
            </a:r>
            <a:r>
              <a:rPr sz="3600" b="0" spc="-70" dirty="0">
                <a:solidFill>
                  <a:srgbClr val="FFFFFF"/>
                </a:solidFill>
                <a:latin typeface="Calibri Light"/>
                <a:cs typeface="Calibri Light"/>
              </a:rPr>
              <a:t>Sp</a:t>
            </a:r>
            <a:r>
              <a:rPr sz="3600" b="0" spc="-55" dirty="0">
                <a:solidFill>
                  <a:srgbClr val="FFFFFF"/>
                </a:solidFill>
                <a:latin typeface="Calibri Light"/>
                <a:cs typeface="Calibri Light"/>
              </a:rPr>
              <a:t>ee</a:t>
            </a:r>
            <a:r>
              <a:rPr sz="3600" b="0" spc="-45" dirty="0">
                <a:solidFill>
                  <a:srgbClr val="FFFFFF"/>
                </a:solidFill>
                <a:latin typeface="Calibri Light"/>
                <a:cs typeface="Calibri Light"/>
              </a:rPr>
              <a:t>c</a:t>
            </a:r>
            <a:r>
              <a:rPr sz="3600" b="0" spc="-20" dirty="0">
                <a:solidFill>
                  <a:srgbClr val="FFFFFF"/>
                </a:solidFill>
                <a:latin typeface="Calibri Light"/>
                <a:cs typeface="Calibri Light"/>
              </a:rPr>
              <a:t>h</a:t>
            </a:r>
            <a:endParaRPr sz="3600">
              <a:latin typeface="Calibri Light"/>
              <a:cs typeface="Calibri Light"/>
            </a:endParaRPr>
          </a:p>
        </p:txBody>
      </p:sp>
      <p:sp>
        <p:nvSpPr>
          <p:cNvPr id="18" name="object 2"/>
          <p:cNvSpPr/>
          <p:nvPr userDrawn="1"/>
        </p:nvSpPr>
        <p:spPr>
          <a:xfrm>
            <a:off x="10892" y="26866"/>
            <a:ext cx="4051300" cy="6822831"/>
          </a:xfrm>
          <a:custGeom>
            <a:avLst/>
            <a:gdLst/>
            <a:ahLst/>
            <a:cxnLst/>
            <a:rect l="l" t="t" r="r" b="b"/>
            <a:pathLst>
              <a:path w="4051300" h="6858000">
                <a:moveTo>
                  <a:pt x="0" y="6858000"/>
                </a:moveTo>
                <a:lnTo>
                  <a:pt x="4050791" y="6858000"/>
                </a:lnTo>
                <a:lnTo>
                  <a:pt x="4050791" y="0"/>
                </a:lnTo>
                <a:lnTo>
                  <a:pt x="0" y="0"/>
                </a:lnTo>
                <a:lnTo>
                  <a:pt x="0" y="6858000"/>
                </a:lnTo>
              </a:path>
            </a:pathLst>
          </a:custGeom>
          <a:solidFill>
            <a:schemeClr val="tx1"/>
          </a:solidFill>
          <a:effectLst>
            <a:outerShdw blurRad="50800" dist="38100" dir="2700000" algn="tl" rotWithShape="0">
              <a:prstClr val="black">
                <a:alpha val="40000"/>
              </a:prstClr>
            </a:outerShdw>
          </a:effectLst>
        </p:spPr>
        <p:txBody>
          <a:bodyPr wrap="square" lIns="0" tIns="0" rIns="0" bIns="0" rtlCol="0"/>
          <a:lstStyle/>
          <a:p>
            <a:endParaRPr/>
          </a:p>
        </p:txBody>
      </p:sp>
      <p:sp>
        <p:nvSpPr>
          <p:cNvPr id="19" name="object 3"/>
          <p:cNvSpPr/>
          <p:nvPr userDrawn="1"/>
        </p:nvSpPr>
        <p:spPr>
          <a:xfrm>
            <a:off x="4051585" y="8792"/>
            <a:ext cx="82615" cy="6804758"/>
          </a:xfrm>
          <a:custGeom>
            <a:avLst/>
            <a:gdLst/>
            <a:ahLst/>
            <a:cxnLst/>
            <a:rect l="l" t="t" r="r" b="b"/>
            <a:pathLst>
              <a:path w="64135" h="6858000">
                <a:moveTo>
                  <a:pt x="0" y="6858000"/>
                </a:moveTo>
                <a:lnTo>
                  <a:pt x="64008" y="6858000"/>
                </a:lnTo>
                <a:lnTo>
                  <a:pt x="64008" y="0"/>
                </a:lnTo>
                <a:lnTo>
                  <a:pt x="0" y="0"/>
                </a:lnTo>
                <a:lnTo>
                  <a:pt x="0" y="6858000"/>
                </a:lnTo>
              </a:path>
            </a:pathLst>
          </a:custGeom>
          <a:solidFill>
            <a:schemeClr val="tx1">
              <a:lumMod val="65000"/>
              <a:lumOff val="35000"/>
            </a:schemeClr>
          </a:solidFill>
        </p:spPr>
        <p:txBody>
          <a:bodyPr wrap="square" lIns="0" tIns="0" rIns="0" bIns="0" rtlCol="0"/>
          <a:lstStyle/>
          <a:p>
            <a:endParaRPr/>
          </a:p>
        </p:txBody>
      </p:sp>
      <p:sp>
        <p:nvSpPr>
          <p:cNvPr id="11" name="Rectangle 1027"/>
          <p:cNvSpPr>
            <a:spLocks noGrp="1" noChangeArrowheads="1"/>
          </p:cNvSpPr>
          <p:nvPr>
            <p:ph type="subTitle" idx="1"/>
          </p:nvPr>
        </p:nvSpPr>
        <p:spPr>
          <a:xfrm>
            <a:off x="351408" y="1831950"/>
            <a:ext cx="3420208" cy="948978"/>
          </a:xfrm>
        </p:spPr>
        <p:txBody>
          <a:bodyPr/>
          <a:lstStyle>
            <a:lvl1pPr marL="0" marR="5080" indent="0" algn="l" rtl="0" eaLnBrk="0" fontAlgn="base" hangingPunct="0">
              <a:lnSpc>
                <a:spcPts val="3670"/>
              </a:lnSpc>
              <a:spcBef>
                <a:spcPct val="0"/>
              </a:spcBef>
              <a:spcAft>
                <a:spcPct val="0"/>
              </a:spcAft>
              <a:buNone/>
              <a:defRPr kumimoji="1" lang="en-US" altLang="zh-CN" sz="3600" b="0" kern="1200" spc="-80" dirty="0">
                <a:solidFill>
                  <a:srgbClr val="FFFFFF"/>
                </a:solidFill>
                <a:latin typeface="Calibri Light"/>
                <a:ea typeface="굴림" panose="020B0600000101010101" pitchFamily="50" charset="-127"/>
                <a:cs typeface="Calibri Light"/>
              </a:defRPr>
            </a:lvl1pPr>
          </a:lstStyle>
          <a:p>
            <a:r>
              <a:rPr lang="en-US" altLang="zh-CN" dirty="0"/>
              <a:t>Click to edit Master subtitle style</a:t>
            </a:r>
          </a:p>
        </p:txBody>
      </p:sp>
    </p:spTree>
    <p:extLst>
      <p:ext uri="{BB962C8B-B14F-4D97-AF65-F5344CB8AC3E}">
        <p14:creationId xmlns:p14="http://schemas.microsoft.com/office/powerpoint/2010/main" val="3550357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1"/>
      </p:bgRef>
    </p:bg>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l" defTabSz="860425" rtl="0" eaLnBrk="0" fontAlgn="auto" latinLnBrk="1" hangingPunct="0">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Tree>
    <p:extLst>
      <p:ext uri="{BB962C8B-B14F-4D97-AF65-F5344CB8AC3E}">
        <p14:creationId xmlns:p14="http://schemas.microsoft.com/office/powerpoint/2010/main" val="272113774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마스터 제목 스타일 편집</a:t>
            </a:r>
          </a:p>
        </p:txBody>
      </p:sp>
      <p:sp>
        <p:nvSpPr>
          <p:cNvPr id="5" name="텍스트 개체 틀 4"/>
          <p:cNvSpPr>
            <a:spLocks noGrp="1"/>
          </p:cNvSpPr>
          <p:nvPr>
            <p:ph type="body" sz="quarter" idx="10"/>
          </p:nvPr>
        </p:nvSpPr>
        <p:spPr>
          <a:xfrm>
            <a:off x="317511" y="1124744"/>
            <a:ext cx="11558400" cy="2111347"/>
          </a:xfrm>
        </p:spPr>
        <p:txBody>
          <a:bodyPr/>
          <a:lstStyle>
            <a:lvl1pPr marL="457200" marR="0" indent="-457200" algn="l" defTabSz="914400" rtl="0" eaLnBrk="0" fontAlgn="base" latinLnBrk="1" hangingPunct="0">
              <a:lnSpc>
                <a:spcPct val="150000"/>
              </a:lnSpc>
              <a:spcBef>
                <a:spcPct val="0"/>
              </a:spcBef>
              <a:spcAft>
                <a:spcPct val="50000"/>
              </a:spcAft>
              <a:buClr>
                <a:srgbClr val="CC0000"/>
              </a:buClr>
              <a:buSzTx/>
              <a:buFont typeface="Wingdings 2" pitchFamily="18" charset="2"/>
              <a:buChar char="¡"/>
              <a:tabLst/>
              <a:defRPr/>
            </a:lvl1pPr>
            <a:lvl2pPr marL="914400" marR="0" indent="-457200" algn="l" defTabSz="914400" rtl="0" eaLnBrk="0" fontAlgn="base" latinLnBrk="1" hangingPunct="0">
              <a:lnSpc>
                <a:spcPct val="100000"/>
              </a:lnSpc>
              <a:spcBef>
                <a:spcPct val="0"/>
              </a:spcBef>
              <a:spcAft>
                <a:spcPct val="50000"/>
              </a:spcAft>
              <a:buClr>
                <a:srgbClr val="FF9900"/>
              </a:buClr>
              <a:buSzTx/>
              <a:buFont typeface="Wingdings" panose="05000000000000000000" pitchFamily="2" charset="2"/>
              <a:buChar char="§"/>
              <a:tabLst/>
              <a:defRPr/>
            </a:lvl2pPr>
            <a:lvl3pPr marL="1371600" marR="0" indent="-457200" algn="l" defTabSz="914400" rtl="0" eaLnBrk="0" fontAlgn="base" latinLnBrk="1" hangingPunct="0">
              <a:lnSpc>
                <a:spcPct val="100000"/>
              </a:lnSpc>
              <a:spcBef>
                <a:spcPct val="0"/>
              </a:spcBef>
              <a:spcAft>
                <a:spcPct val="30000"/>
              </a:spcAft>
              <a:buClr>
                <a:srgbClr val="000000"/>
              </a:buClr>
              <a:buSzTx/>
              <a:buFontTx/>
              <a:buChar char="•"/>
              <a:tabLst/>
              <a:defRPr/>
            </a:lvl3pPr>
            <a:lvl4pPr marL="1828800" marR="0" indent="-457200" algn="l" defTabSz="914400" rtl="0" eaLnBrk="0" fontAlgn="base" latinLnBrk="1" hangingPunct="0">
              <a:lnSpc>
                <a:spcPct val="100000"/>
              </a:lnSpc>
              <a:spcBef>
                <a:spcPct val="0"/>
              </a:spcBef>
              <a:spcAft>
                <a:spcPct val="30000"/>
              </a:spcAft>
              <a:buClr>
                <a:srgbClr val="000000"/>
              </a:buClr>
              <a:buSzTx/>
              <a:buFontTx/>
              <a:buChar char="•"/>
              <a:tabLst/>
              <a:defRPr/>
            </a:lvl4pPr>
            <a:lvl5pPr marL="2286000" marR="0" indent="-457200" algn="l" defTabSz="914400" rtl="0" eaLnBrk="0" fontAlgn="base" latinLnBrk="1" hangingPunct="0">
              <a:lnSpc>
                <a:spcPct val="100000"/>
              </a:lnSpc>
              <a:spcBef>
                <a:spcPct val="0"/>
              </a:spcBef>
              <a:spcAft>
                <a:spcPct val="30000"/>
              </a:spcAft>
              <a:buClr>
                <a:srgbClr val="000000"/>
              </a:buClr>
              <a:buSzTx/>
              <a:buFontTx/>
              <a:buChar char="•"/>
              <a:tabLst/>
              <a:defRPr/>
            </a:lvl5pPr>
          </a:lstStyle>
          <a:p>
            <a:pPr lvl="0"/>
            <a:r>
              <a:rPr lang="ko-KR" altLang="en-US" noProof="0" dirty="0"/>
              <a:t>마스터 텍스트 스타일을 편집합니다</a:t>
            </a:r>
          </a:p>
          <a:p>
            <a:pPr lvl="1"/>
            <a:r>
              <a:rPr lang="ko-KR" altLang="en-US" noProof="0" dirty="0"/>
              <a:t>둘째 수준</a:t>
            </a:r>
          </a:p>
          <a:p>
            <a:pPr lvl="2"/>
            <a:r>
              <a:rPr lang="ko-KR" altLang="en-US" noProof="0" dirty="0"/>
              <a:t>셋째 수준</a:t>
            </a:r>
          </a:p>
          <a:p>
            <a:pPr lvl="3"/>
            <a:r>
              <a:rPr lang="ko-KR" altLang="en-US" noProof="0" dirty="0"/>
              <a:t>넷째 수준</a:t>
            </a:r>
          </a:p>
          <a:p>
            <a:pPr lvl="4"/>
            <a:r>
              <a:rPr lang="ko-KR" altLang="en-US" noProof="0" dirty="0"/>
              <a:t>다섯째 수준</a:t>
            </a:r>
          </a:p>
        </p:txBody>
      </p:sp>
    </p:spTree>
    <p:extLst>
      <p:ext uri="{BB962C8B-B14F-4D97-AF65-F5344CB8AC3E}">
        <p14:creationId xmlns:p14="http://schemas.microsoft.com/office/powerpoint/2010/main" val="3047130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1_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4978908"/>
            <a:ext cx="12189460" cy="1879600"/>
          </a:xfrm>
          <a:custGeom>
            <a:avLst/>
            <a:gdLst/>
            <a:ahLst/>
            <a:cxnLst/>
            <a:rect l="l" t="t" r="r" b="b"/>
            <a:pathLst>
              <a:path w="12189460" h="1879600">
                <a:moveTo>
                  <a:pt x="12188952" y="1879090"/>
                </a:moveTo>
                <a:lnTo>
                  <a:pt x="12188952" y="0"/>
                </a:lnTo>
                <a:lnTo>
                  <a:pt x="0" y="0"/>
                </a:lnTo>
                <a:lnTo>
                  <a:pt x="0" y="1879090"/>
                </a:lnTo>
                <a:lnTo>
                  <a:pt x="12188952" y="1879090"/>
                </a:lnTo>
                <a:close/>
              </a:path>
            </a:pathLst>
          </a:custGeom>
          <a:solidFill>
            <a:schemeClr val="tx2">
              <a:lumMod val="50000"/>
            </a:schemeClr>
          </a:solidFill>
        </p:spPr>
        <p:txBody>
          <a:bodyPr wrap="square" lIns="0" tIns="0" rIns="0" bIns="0" rtlCol="0"/>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17" name="bk object 17"/>
          <p:cNvSpPr/>
          <p:nvPr/>
        </p:nvSpPr>
        <p:spPr>
          <a:xfrm>
            <a:off x="0" y="4914900"/>
            <a:ext cx="12189460" cy="64135"/>
          </a:xfrm>
          <a:custGeom>
            <a:avLst/>
            <a:gdLst/>
            <a:ahLst/>
            <a:cxnLst/>
            <a:rect l="l" t="t" r="r" b="b"/>
            <a:pathLst>
              <a:path w="12189460" h="64135">
                <a:moveTo>
                  <a:pt x="0" y="64007"/>
                </a:moveTo>
                <a:lnTo>
                  <a:pt x="12188952" y="64007"/>
                </a:lnTo>
                <a:lnTo>
                  <a:pt x="12188952" y="0"/>
                </a:lnTo>
                <a:lnTo>
                  <a:pt x="0" y="0"/>
                </a:lnTo>
                <a:lnTo>
                  <a:pt x="0" y="64007"/>
                </a:lnTo>
                <a:close/>
              </a:path>
            </a:pathLst>
          </a:custGeom>
          <a:solidFill>
            <a:schemeClr val="accent1">
              <a:lumMod val="75000"/>
            </a:schemeClr>
          </a:solidFill>
        </p:spPr>
        <p:txBody>
          <a:bodyPr wrap="square" lIns="0" tIns="0" rIns="0" bIns="0" rtlCol="0"/>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맑은 고딕"/>
              <a:ea typeface="맑은 고딕"/>
              <a:cs typeface="+mn-cs"/>
            </a:endParaRPr>
          </a:p>
        </p:txBody>
      </p:sp>
      <p:sp>
        <p:nvSpPr>
          <p:cNvPr id="4" name="bk object 18"/>
          <p:cNvSpPr/>
          <p:nvPr userDrawn="1"/>
        </p:nvSpPr>
        <p:spPr>
          <a:xfrm>
            <a:off x="0" y="0"/>
            <a:ext cx="12188952" cy="497890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맑은 고딕"/>
              <a:ea typeface="맑은 고딕"/>
              <a:cs typeface="+mn-cs"/>
            </a:endParaRPr>
          </a:p>
        </p:txBody>
      </p:sp>
    </p:spTree>
    <p:extLst>
      <p:ext uri="{BB962C8B-B14F-4D97-AF65-F5344CB8AC3E}">
        <p14:creationId xmlns:p14="http://schemas.microsoft.com/office/powerpoint/2010/main" val="3074356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60176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l" defTabSz="860425" rtl="0" eaLnBrk="0" fontAlgn="auto" latinLnBrk="1" hangingPunct="0">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3315" name="Rectangle 1027"/>
          <p:cNvSpPr>
            <a:spLocks noGrp="1" noChangeArrowheads="1"/>
          </p:cNvSpPr>
          <p:nvPr>
            <p:ph type="subTitle" idx="1"/>
          </p:nvPr>
        </p:nvSpPr>
        <p:spPr>
          <a:xfrm>
            <a:off x="3591169" y="3962402"/>
            <a:ext cx="6840416" cy="200055"/>
          </a:xfrm>
        </p:spPr>
        <p:txBody>
          <a:bodyPr/>
          <a:lstStyle>
            <a:lvl1pPr algn="r">
              <a:defRPr sz="1300">
                <a:solidFill>
                  <a:schemeClr val="bg1">
                    <a:lumMod val="85000"/>
                  </a:schemeClr>
                </a:solidFill>
                <a:latin typeface="+mn-ea"/>
                <a:ea typeface="+mn-ea"/>
              </a:defRPr>
            </a:lvl1pPr>
          </a:lstStyle>
          <a:p>
            <a:r>
              <a:rPr lang="en-US" altLang="zh-CN" dirty="0"/>
              <a:t>Click to edit Master subtitle style</a:t>
            </a:r>
          </a:p>
        </p:txBody>
      </p:sp>
    </p:spTree>
    <p:extLst>
      <p:ext uri="{BB962C8B-B14F-4D97-AF65-F5344CB8AC3E}">
        <p14:creationId xmlns:p14="http://schemas.microsoft.com/office/powerpoint/2010/main" val="179548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l" defTabSz="860425" rtl="0" eaLnBrk="0" fontAlgn="auto" latinLnBrk="1" hangingPunct="0">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8" name="모서리가 둥근 직사각형 7"/>
          <p:cNvSpPr>
            <a:spLocks noChangeArrowheads="1"/>
          </p:cNvSpPr>
          <p:nvPr userDrawn="1"/>
        </p:nvSpPr>
        <p:spPr bwMode="auto">
          <a:xfrm>
            <a:off x="71438" y="44450"/>
            <a:ext cx="12049125" cy="6769100"/>
          </a:xfrm>
          <a:prstGeom prst="roundRect">
            <a:avLst>
              <a:gd name="adj" fmla="val 106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defTabSz="977900"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77900"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77900"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77900"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77900"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ctr" defTabSz="977900" rtl="0" eaLnBrk="1" fontAlgn="auto" latinLnBrk="1" hangingPunct="1">
              <a:lnSpc>
                <a:spcPct val="100000"/>
              </a:lnSpc>
              <a:spcBef>
                <a:spcPts val="0"/>
              </a:spcBef>
              <a:spcAft>
                <a:spcPts val="0"/>
              </a:spcAft>
              <a:buClrTx/>
              <a:buSzTx/>
              <a:buFontTx/>
              <a:buNone/>
              <a:tabLst/>
              <a:defRPr/>
            </a:pPr>
            <a:endParaRPr kumimoji="0" lang="ko-KR" altLang="en-US" sz="13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endParaRPr>
          </a:p>
        </p:txBody>
      </p:sp>
      <p:sp>
        <p:nvSpPr>
          <p:cNvPr id="11" name="Rectangle 1027"/>
          <p:cNvSpPr>
            <a:spLocks noGrp="1" noChangeArrowheads="1"/>
          </p:cNvSpPr>
          <p:nvPr>
            <p:ph type="subTitle" idx="1"/>
          </p:nvPr>
        </p:nvSpPr>
        <p:spPr>
          <a:xfrm>
            <a:off x="3591169" y="3962402"/>
            <a:ext cx="6840416" cy="200055"/>
          </a:xfrm>
        </p:spPr>
        <p:txBody>
          <a:bodyPr/>
          <a:lstStyle>
            <a:lvl1pPr algn="r">
              <a:defRPr sz="1300">
                <a:solidFill>
                  <a:schemeClr val="bg1">
                    <a:lumMod val="85000"/>
                  </a:schemeClr>
                </a:solidFill>
                <a:latin typeface="+mn-ea"/>
                <a:ea typeface="+mn-ea"/>
              </a:defRPr>
            </a:lvl1pPr>
          </a:lstStyle>
          <a:p>
            <a:r>
              <a:rPr lang="en-US" altLang="zh-CN" dirty="0"/>
              <a:t>Click to edit Master subtitle style</a:t>
            </a:r>
          </a:p>
        </p:txBody>
      </p:sp>
    </p:spTree>
    <p:extLst>
      <p:ext uri="{BB962C8B-B14F-4D97-AF65-F5344CB8AC3E}">
        <p14:creationId xmlns:p14="http://schemas.microsoft.com/office/powerpoint/2010/main" val="595113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1"/>
      </p:bgRef>
    </p:bg>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2513" y="2182813"/>
            <a:ext cx="6838950"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CONFIDENTIAL</a:t>
              </a:r>
            </a:p>
          </p:txBody>
        </p:sp>
        <p:sp>
          <p:nvSpPr>
            <p:cNvPr id="5" name="McK Document" hidden="1"/>
            <p:cNvSpPr txBox="1">
              <a:spLocks noChangeArrowheads="1"/>
            </p:cNvSpPr>
            <p:nvPr userDrawn="1"/>
          </p:nvSpPr>
          <p:spPr bwMode="auto">
            <a:xfrm>
              <a:off x="1663" y="3037"/>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eaLnBrk="0" hangingPunct="0">
                <a:defRPr kumimoji="1" b="1">
                  <a:solidFill>
                    <a:schemeClr val="tx1"/>
                  </a:solidFill>
                  <a:latin typeface="Impact" pitchFamily="34" charset="0"/>
                  <a:ea typeface="굴림" pitchFamily="50" charset="-127"/>
                </a:defRPr>
              </a:lvl1pPr>
              <a:lvl2pPr marL="742950" indent="-285750" defTabSz="977900" eaLnBrk="0" hangingPunct="0">
                <a:defRPr kumimoji="1" b="1">
                  <a:solidFill>
                    <a:schemeClr val="tx1"/>
                  </a:solidFill>
                  <a:latin typeface="Impact" pitchFamily="34" charset="0"/>
                  <a:ea typeface="굴림" pitchFamily="50" charset="-127"/>
                </a:defRPr>
              </a:lvl2pPr>
              <a:lvl3pPr marL="1143000" indent="-228600" defTabSz="977900" eaLnBrk="0" hangingPunct="0">
                <a:defRPr kumimoji="1" b="1">
                  <a:solidFill>
                    <a:schemeClr val="tx1"/>
                  </a:solidFill>
                  <a:latin typeface="Impact" pitchFamily="34" charset="0"/>
                  <a:ea typeface="굴림" pitchFamily="50" charset="-127"/>
                </a:defRPr>
              </a:lvl3pPr>
              <a:lvl4pPr marL="1600200" indent="-228600" defTabSz="977900" eaLnBrk="0" hangingPunct="0">
                <a:defRPr kumimoji="1" b="1">
                  <a:solidFill>
                    <a:schemeClr val="tx1"/>
                  </a:solidFill>
                  <a:latin typeface="Impact" pitchFamily="34" charset="0"/>
                  <a:ea typeface="굴림" pitchFamily="50" charset="-127"/>
                </a:defRPr>
              </a:lvl4pPr>
              <a:lvl5pPr marL="2057400" indent="-228600" defTabSz="977900" eaLnBrk="0" hangingPunct="0">
                <a:defRPr kumimoji="1" b="1">
                  <a:solidFill>
                    <a:schemeClr val="tx1"/>
                  </a:solidFill>
                  <a:latin typeface="Impact" pitchFamily="34" charset="0"/>
                  <a:ea typeface="굴림" pitchFamily="50" charset="-127"/>
                </a:defRPr>
              </a:lvl5pPr>
              <a:lvl6pPr marL="25146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77900"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77900" rtl="0" eaLnBrk="1" fontAlgn="auto" latinLnBrk="1" hangingPunct="1">
                <a:lnSpc>
                  <a:spcPct val="100000"/>
                </a:lnSpc>
                <a:spcBef>
                  <a:spcPts val="0"/>
                </a:spcBef>
                <a:spcAft>
                  <a:spcPts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86042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86042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86042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86042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86042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l" defTabSz="860425" rtl="0" eaLnBrk="0" fontAlgn="auto" latinLnBrk="1" hangingPunct="0">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Tree>
    <p:extLst>
      <p:ext uri="{BB962C8B-B14F-4D97-AF65-F5344CB8AC3E}">
        <p14:creationId xmlns:p14="http://schemas.microsoft.com/office/powerpoint/2010/main" val="71906806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642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McK Title Elements"/>
          <p:cNvGrpSpPr>
            <a:grpSpLocks/>
          </p:cNvGrpSpPr>
          <p:nvPr/>
        </p:nvGrpSpPr>
        <p:grpSpPr bwMode="auto">
          <a:xfrm>
            <a:off x="3591984" y="2182813"/>
            <a:ext cx="6838949" cy="4602162"/>
            <a:chOff x="1663" y="1348"/>
            <a:chExt cx="3167" cy="2841"/>
          </a:xfrm>
        </p:grpSpPr>
        <p:sp>
          <p:nvSpPr>
            <p:cNvPr id="4" name="McK Confidential" hidden="1"/>
            <p:cNvSpPr txBox="1">
              <a:spLocks noChangeArrowheads="1"/>
            </p:cNvSpPr>
            <p:nvPr userDrawn="1"/>
          </p:nvSpPr>
          <p:spPr bwMode="auto">
            <a:xfrm>
              <a:off x="1663" y="1348"/>
              <a:ext cx="93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a:defRPr>
                  <a:solidFill>
                    <a:schemeClr val="tx1"/>
                  </a:solidFill>
                  <a:latin typeface="맑은 고딕" panose="020B0503020000020004" pitchFamily="50" charset="-127"/>
                  <a:ea typeface="맑은 고딕" panose="020B0503020000020004" pitchFamily="50" charset="-127"/>
                </a:defRPr>
              </a:lvl1pPr>
              <a:lvl2pPr marL="742950" indent="-285750" defTabSz="977900">
                <a:defRPr>
                  <a:solidFill>
                    <a:schemeClr val="tx1"/>
                  </a:solidFill>
                  <a:latin typeface="맑은 고딕" panose="020B0503020000020004" pitchFamily="50" charset="-127"/>
                  <a:ea typeface="맑은 고딕" panose="020B0503020000020004" pitchFamily="50" charset="-127"/>
                </a:defRPr>
              </a:lvl2pPr>
              <a:lvl3pPr marL="1143000" indent="-228600" defTabSz="977900">
                <a:defRPr>
                  <a:solidFill>
                    <a:schemeClr val="tx1"/>
                  </a:solidFill>
                  <a:latin typeface="맑은 고딕" panose="020B0503020000020004" pitchFamily="50" charset="-127"/>
                  <a:ea typeface="맑은 고딕" panose="020B0503020000020004" pitchFamily="50" charset="-127"/>
                </a:defRPr>
              </a:lvl3pPr>
              <a:lvl4pPr marL="1600200" indent="-228600" defTabSz="977900">
                <a:defRPr>
                  <a:solidFill>
                    <a:schemeClr val="tx1"/>
                  </a:solidFill>
                  <a:latin typeface="맑은 고딕" panose="020B0503020000020004" pitchFamily="50" charset="-127"/>
                  <a:ea typeface="맑은 고딕" panose="020B0503020000020004" pitchFamily="50" charset="-127"/>
                </a:defRPr>
              </a:lvl4pPr>
              <a:lvl5pPr marL="2057400" indent="-228600" defTabSz="977900">
                <a:defRPr>
                  <a:solidFill>
                    <a:schemeClr val="tx1"/>
                  </a:solidFill>
                  <a:latin typeface="맑은 고딕" panose="020B0503020000020004" pitchFamily="50" charset="-127"/>
                  <a:ea typeface="맑은 고딕" panose="020B0503020000020004" pitchFamily="50" charset="-127"/>
                </a:defRPr>
              </a:lvl5pPr>
              <a:lvl6pPr marL="25146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6pPr>
              <a:lvl7pPr marL="29718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7pPr>
              <a:lvl8pPr marL="34290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8pPr>
              <a:lvl9pPr marL="38862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9pPr>
            </a:lstStyle>
            <a:p>
              <a:pPr marL="0" marR="0" lvl="0" indent="0" algn="l" defTabSz="977900" rtl="0" eaLnBrk="1" fontAlgn="base" latinLnBrk="1"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CONFIDENTIAL</a:t>
              </a:r>
            </a:p>
          </p:txBody>
        </p:sp>
        <p:sp>
          <p:nvSpPr>
            <p:cNvPr id="5" name="McK Document" hidden="1"/>
            <p:cNvSpPr txBox="1">
              <a:spLocks noChangeArrowheads="1"/>
            </p:cNvSpPr>
            <p:nvPr userDrawn="1"/>
          </p:nvSpPr>
          <p:spPr bwMode="auto">
            <a:xfrm>
              <a:off x="1663" y="303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977900">
                <a:defRPr>
                  <a:solidFill>
                    <a:schemeClr val="tx1"/>
                  </a:solidFill>
                  <a:latin typeface="맑은 고딕" panose="020B0503020000020004" pitchFamily="50" charset="-127"/>
                  <a:ea typeface="맑은 고딕" panose="020B0503020000020004" pitchFamily="50" charset="-127"/>
                </a:defRPr>
              </a:lvl1pPr>
              <a:lvl2pPr marL="742950" indent="-285750" defTabSz="977900">
                <a:defRPr>
                  <a:solidFill>
                    <a:schemeClr val="tx1"/>
                  </a:solidFill>
                  <a:latin typeface="맑은 고딕" panose="020B0503020000020004" pitchFamily="50" charset="-127"/>
                  <a:ea typeface="맑은 고딕" panose="020B0503020000020004" pitchFamily="50" charset="-127"/>
                </a:defRPr>
              </a:lvl2pPr>
              <a:lvl3pPr marL="1143000" indent="-228600" defTabSz="977900">
                <a:defRPr>
                  <a:solidFill>
                    <a:schemeClr val="tx1"/>
                  </a:solidFill>
                  <a:latin typeface="맑은 고딕" panose="020B0503020000020004" pitchFamily="50" charset="-127"/>
                  <a:ea typeface="맑은 고딕" panose="020B0503020000020004" pitchFamily="50" charset="-127"/>
                </a:defRPr>
              </a:lvl3pPr>
              <a:lvl4pPr marL="1600200" indent="-228600" defTabSz="977900">
                <a:defRPr>
                  <a:solidFill>
                    <a:schemeClr val="tx1"/>
                  </a:solidFill>
                  <a:latin typeface="맑은 고딕" panose="020B0503020000020004" pitchFamily="50" charset="-127"/>
                  <a:ea typeface="맑은 고딕" panose="020B0503020000020004" pitchFamily="50" charset="-127"/>
                </a:defRPr>
              </a:lvl4pPr>
              <a:lvl5pPr marL="2057400" indent="-228600" defTabSz="977900">
                <a:defRPr>
                  <a:solidFill>
                    <a:schemeClr val="tx1"/>
                  </a:solidFill>
                  <a:latin typeface="맑은 고딕" panose="020B0503020000020004" pitchFamily="50" charset="-127"/>
                  <a:ea typeface="맑은 고딕" panose="020B0503020000020004" pitchFamily="50" charset="-127"/>
                </a:defRPr>
              </a:lvl5pPr>
              <a:lvl6pPr marL="25146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6pPr>
              <a:lvl7pPr marL="29718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7pPr>
              <a:lvl8pPr marL="34290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8pPr>
              <a:lvl9pPr marL="38862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9pPr>
            </a:lstStyle>
            <a:p>
              <a:pPr marL="0" marR="0" lvl="0" indent="0" algn="l" defTabSz="977900" rtl="0" eaLnBrk="1" fontAlgn="base" latinLnBrk="1"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Document</a:t>
              </a:r>
            </a:p>
          </p:txBody>
        </p:sp>
        <p:sp>
          <p:nvSpPr>
            <p:cNvPr id="6" name="McK Date" hidden="1"/>
            <p:cNvSpPr txBox="1">
              <a:spLocks noChangeArrowheads="1"/>
            </p:cNvSpPr>
            <p:nvPr userDrawn="1"/>
          </p:nvSpPr>
          <p:spPr bwMode="auto">
            <a:xfrm>
              <a:off x="1663" y="3216"/>
              <a:ext cx="316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77900">
                <a:defRPr>
                  <a:solidFill>
                    <a:schemeClr val="tx1"/>
                  </a:solidFill>
                  <a:latin typeface="맑은 고딕" panose="020B0503020000020004" pitchFamily="50" charset="-127"/>
                  <a:ea typeface="맑은 고딕" panose="020B0503020000020004" pitchFamily="50" charset="-127"/>
                </a:defRPr>
              </a:lvl1pPr>
              <a:lvl2pPr marL="742950" indent="-285750" defTabSz="977900">
                <a:defRPr>
                  <a:solidFill>
                    <a:schemeClr val="tx1"/>
                  </a:solidFill>
                  <a:latin typeface="맑은 고딕" panose="020B0503020000020004" pitchFamily="50" charset="-127"/>
                  <a:ea typeface="맑은 고딕" panose="020B0503020000020004" pitchFamily="50" charset="-127"/>
                </a:defRPr>
              </a:lvl2pPr>
              <a:lvl3pPr marL="1143000" indent="-228600" defTabSz="977900">
                <a:defRPr>
                  <a:solidFill>
                    <a:schemeClr val="tx1"/>
                  </a:solidFill>
                  <a:latin typeface="맑은 고딕" panose="020B0503020000020004" pitchFamily="50" charset="-127"/>
                  <a:ea typeface="맑은 고딕" panose="020B0503020000020004" pitchFamily="50" charset="-127"/>
                </a:defRPr>
              </a:lvl3pPr>
              <a:lvl4pPr marL="1600200" indent="-228600" defTabSz="977900">
                <a:defRPr>
                  <a:solidFill>
                    <a:schemeClr val="tx1"/>
                  </a:solidFill>
                  <a:latin typeface="맑은 고딕" panose="020B0503020000020004" pitchFamily="50" charset="-127"/>
                  <a:ea typeface="맑은 고딕" panose="020B0503020000020004" pitchFamily="50" charset="-127"/>
                </a:defRPr>
              </a:lvl4pPr>
              <a:lvl5pPr marL="2057400" indent="-228600" defTabSz="977900">
                <a:defRPr>
                  <a:solidFill>
                    <a:schemeClr val="tx1"/>
                  </a:solidFill>
                  <a:latin typeface="맑은 고딕" panose="020B0503020000020004" pitchFamily="50" charset="-127"/>
                  <a:ea typeface="맑은 고딕" panose="020B0503020000020004" pitchFamily="50" charset="-127"/>
                </a:defRPr>
              </a:lvl5pPr>
              <a:lvl6pPr marL="25146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6pPr>
              <a:lvl7pPr marL="29718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7pPr>
              <a:lvl8pPr marL="34290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8pPr>
              <a:lvl9pPr marL="3886200" indent="-228600" defTabSz="977900"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9pPr>
            </a:lstStyle>
            <a:p>
              <a:pPr marL="0" marR="0" lvl="0" indent="0" algn="l" defTabSz="977900" rtl="0" eaLnBrk="1" fontAlgn="base" latinLnBrk="1" hangingPunct="1">
                <a:lnSpc>
                  <a:spcPct val="100000"/>
                </a:lnSpc>
                <a:spcBef>
                  <a:spcPct val="0"/>
                </a:spcBef>
                <a:spcAft>
                  <a:spcPct val="0"/>
                </a:spcAft>
                <a:buClrTx/>
                <a:buSzTx/>
                <a:buFontTx/>
                <a:buNone/>
                <a:tabLst/>
                <a:defRPr/>
              </a:pPr>
              <a:r>
                <a:rPr kumimoji="0" lang="en-US" altLang="zh-CN" sz="15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Date</a:t>
              </a:r>
            </a:p>
          </p:txBody>
        </p:sp>
        <p:sp>
          <p:nvSpPr>
            <p:cNvPr id="7" name="McK Disclaimer" hidden="1"/>
            <p:cNvSpPr>
              <a:spLocks noChangeArrowheads="1"/>
            </p:cNvSpPr>
            <p:nvPr userDrawn="1">
              <p:custDataLst>
                <p:tags r:id="rId1"/>
              </p:custDataLst>
            </p:nvPr>
          </p:nvSpPr>
          <p:spPr bwMode="auto">
            <a:xfrm>
              <a:off x="1663" y="3809"/>
              <a:ext cx="230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60425">
                <a:defRPr>
                  <a:solidFill>
                    <a:schemeClr val="tx1"/>
                  </a:solidFill>
                  <a:latin typeface="맑은 고딕" panose="020B0503020000020004" pitchFamily="50" charset="-127"/>
                  <a:ea typeface="맑은 고딕" panose="020B0503020000020004" pitchFamily="50" charset="-127"/>
                </a:defRPr>
              </a:lvl1pPr>
              <a:lvl2pPr marL="742950" indent="-285750" defTabSz="860425">
                <a:defRPr>
                  <a:solidFill>
                    <a:schemeClr val="tx1"/>
                  </a:solidFill>
                  <a:latin typeface="맑은 고딕" panose="020B0503020000020004" pitchFamily="50" charset="-127"/>
                  <a:ea typeface="맑은 고딕" panose="020B0503020000020004" pitchFamily="50" charset="-127"/>
                </a:defRPr>
              </a:lvl2pPr>
              <a:lvl3pPr marL="1143000" indent="-228600" defTabSz="860425">
                <a:defRPr>
                  <a:solidFill>
                    <a:schemeClr val="tx1"/>
                  </a:solidFill>
                  <a:latin typeface="맑은 고딕" panose="020B0503020000020004" pitchFamily="50" charset="-127"/>
                  <a:ea typeface="맑은 고딕" panose="020B0503020000020004" pitchFamily="50" charset="-127"/>
                </a:defRPr>
              </a:lvl3pPr>
              <a:lvl4pPr marL="1600200" indent="-228600" defTabSz="860425">
                <a:defRPr>
                  <a:solidFill>
                    <a:schemeClr val="tx1"/>
                  </a:solidFill>
                  <a:latin typeface="맑은 고딕" panose="020B0503020000020004" pitchFamily="50" charset="-127"/>
                  <a:ea typeface="맑은 고딕" panose="020B0503020000020004" pitchFamily="50" charset="-127"/>
                </a:defRPr>
              </a:lvl4pPr>
              <a:lvl5pPr marL="2057400" indent="-228600" defTabSz="860425">
                <a:defRPr>
                  <a:solidFill>
                    <a:schemeClr val="tx1"/>
                  </a:solidFill>
                  <a:latin typeface="맑은 고딕" panose="020B0503020000020004" pitchFamily="50" charset="-127"/>
                  <a:ea typeface="맑은 고딕" panose="020B0503020000020004" pitchFamily="50" charset="-127"/>
                </a:defRPr>
              </a:lvl5pPr>
              <a:lvl6pPr marL="2514600" indent="-228600" defTabSz="860425"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6pPr>
              <a:lvl7pPr marL="2971800" indent="-228600" defTabSz="860425"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7pPr>
              <a:lvl8pPr marL="3429000" indent="-228600" defTabSz="860425"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8pPr>
              <a:lvl9pPr marL="3886200" indent="-228600" defTabSz="860425"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9pPr>
            </a:lstStyle>
            <a:p>
              <a:pPr marL="0" marR="0" lvl="0" indent="0" algn="l" defTabSz="860425" rtl="0" eaLnBrk="0" fontAlgn="base" latinLnBrk="1" hangingPunct="0">
                <a:lnSpc>
                  <a:spcPct val="100000"/>
                </a:lnSpc>
                <a:spcBef>
                  <a:spcPct val="0"/>
                </a:spcBef>
                <a:spcAft>
                  <a:spcPct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3315" name="Rectangle 1027"/>
          <p:cNvSpPr>
            <a:spLocks noGrp="1" noChangeArrowheads="1"/>
          </p:cNvSpPr>
          <p:nvPr>
            <p:ph type="subTitle" idx="1"/>
          </p:nvPr>
        </p:nvSpPr>
        <p:spPr>
          <a:xfrm>
            <a:off x="3591169" y="3962402"/>
            <a:ext cx="6840416" cy="200055"/>
          </a:xfrm>
        </p:spPr>
        <p:txBody>
          <a:bodyPr/>
          <a:lstStyle>
            <a:lvl1pPr algn="r">
              <a:defRPr sz="1300">
                <a:solidFill>
                  <a:schemeClr val="bg1">
                    <a:lumMod val="85000"/>
                  </a:schemeClr>
                </a:solidFill>
                <a:latin typeface="+mn-ea"/>
                <a:ea typeface="+mn-ea"/>
              </a:defRPr>
            </a:lvl1pPr>
          </a:lstStyle>
          <a:p>
            <a:r>
              <a:rPr lang="en-US" altLang="zh-CN" dirty="0"/>
              <a:t>Click to edit Master subtitle style</a:t>
            </a:r>
          </a:p>
        </p:txBody>
      </p:sp>
    </p:spTree>
    <p:extLst>
      <p:ext uri="{BB962C8B-B14F-4D97-AF65-F5344CB8AC3E}">
        <p14:creationId xmlns:p14="http://schemas.microsoft.com/office/powerpoint/2010/main" val="36279081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4978908"/>
            <a:ext cx="12189460" cy="1879600"/>
          </a:xfrm>
          <a:custGeom>
            <a:avLst/>
            <a:gdLst/>
            <a:ahLst/>
            <a:cxnLst/>
            <a:rect l="l" t="t" r="r" b="b"/>
            <a:pathLst>
              <a:path w="12189460" h="1879600">
                <a:moveTo>
                  <a:pt x="12188952" y="1879090"/>
                </a:moveTo>
                <a:lnTo>
                  <a:pt x="12188952" y="0"/>
                </a:lnTo>
                <a:lnTo>
                  <a:pt x="0" y="0"/>
                </a:lnTo>
                <a:lnTo>
                  <a:pt x="0" y="1879090"/>
                </a:lnTo>
                <a:lnTo>
                  <a:pt x="12188952" y="1879090"/>
                </a:lnTo>
                <a:close/>
              </a:path>
            </a:pathLst>
          </a:custGeom>
          <a:solidFill>
            <a:schemeClr val="tx1"/>
          </a:solidFill>
        </p:spPr>
        <p:txBody>
          <a:bodyPr wrap="square" lIns="0" tIns="0" rIns="0" bIns="0" rtlCol="0"/>
          <a:lstStyle/>
          <a:p>
            <a:endParaRPr/>
          </a:p>
        </p:txBody>
      </p:sp>
      <p:sp>
        <p:nvSpPr>
          <p:cNvPr id="17" name="bk object 17"/>
          <p:cNvSpPr/>
          <p:nvPr/>
        </p:nvSpPr>
        <p:spPr>
          <a:xfrm>
            <a:off x="0" y="4914900"/>
            <a:ext cx="12189460" cy="64135"/>
          </a:xfrm>
          <a:custGeom>
            <a:avLst/>
            <a:gdLst/>
            <a:ahLst/>
            <a:cxnLst/>
            <a:rect l="l" t="t" r="r" b="b"/>
            <a:pathLst>
              <a:path w="12189460" h="64135">
                <a:moveTo>
                  <a:pt x="0" y="64007"/>
                </a:moveTo>
                <a:lnTo>
                  <a:pt x="12188952" y="64007"/>
                </a:lnTo>
                <a:lnTo>
                  <a:pt x="12188952" y="0"/>
                </a:lnTo>
                <a:lnTo>
                  <a:pt x="0" y="0"/>
                </a:lnTo>
                <a:lnTo>
                  <a:pt x="0" y="64007"/>
                </a:lnTo>
                <a:close/>
              </a:path>
            </a:pathLst>
          </a:custGeom>
          <a:solidFill>
            <a:schemeClr val="accent1">
              <a:lumMod val="75000"/>
            </a:schemeClr>
          </a:solidFill>
        </p:spPr>
        <p:txBody>
          <a:bodyPr wrap="square" lIns="0" tIns="0" rIns="0" bIns="0" rtlCol="0"/>
          <a:lstStyle/>
          <a:p>
            <a:endParaRPr/>
          </a:p>
        </p:txBody>
      </p:sp>
    </p:spTree>
    <p:extLst>
      <p:ext uri="{BB962C8B-B14F-4D97-AF65-F5344CB8AC3E}">
        <p14:creationId xmlns:p14="http://schemas.microsoft.com/office/powerpoint/2010/main" val="413375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ags" Target="../tags/tag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ags" Target="../tags/tag9.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tx2">
                <a:lumMod val="50000"/>
              </a:schemeClr>
            </a:gs>
            <a:gs pos="100000">
              <a:schemeClr val="tx1"/>
            </a:gs>
          </a:gsLst>
          <a:lin ang="5400000" scaled="1"/>
          <a:tileRect/>
        </a:gradFill>
        <a:effectLst/>
      </p:bgPr>
    </p:bg>
    <p:spTree>
      <p:nvGrpSpPr>
        <p:cNvPr id="1" name=""/>
        <p:cNvGrpSpPr/>
        <p:nvPr/>
      </p:nvGrpSpPr>
      <p:grpSpPr>
        <a:xfrm>
          <a:off x="0" y="0"/>
          <a:ext cx="0" cy="0"/>
          <a:chOff x="0" y="0"/>
          <a:chExt cx="0" cy="0"/>
        </a:xfrm>
      </p:grpSpPr>
      <p:sp>
        <p:nvSpPr>
          <p:cNvPr id="1026" name="모서리가 둥근 직사각형 14"/>
          <p:cNvSpPr>
            <a:spLocks noChangeArrowheads="1"/>
          </p:cNvSpPr>
          <p:nvPr userDrawn="1"/>
        </p:nvSpPr>
        <p:spPr bwMode="auto">
          <a:xfrm>
            <a:off x="71438" y="44450"/>
            <a:ext cx="12049125" cy="6769100"/>
          </a:xfrm>
          <a:prstGeom prst="roundRect">
            <a:avLst>
              <a:gd name="adj" fmla="val 1060"/>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defTabSz="977900"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77900"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77900"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77900"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77900"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77900"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algn="ctr" eaLnBrk="1" hangingPunct="1">
              <a:defRPr/>
            </a:pPr>
            <a:endParaRPr kumimoji="0" lang="ko-KR" altLang="en-US" sz="1300" b="0">
              <a:latin typeface="맑은 고딕" panose="020B0503020000020004" pitchFamily="50" charset="-127"/>
              <a:ea typeface="맑은 고딕" panose="020B0503020000020004" pitchFamily="50" charset="-127"/>
            </a:endParaRPr>
          </a:p>
        </p:txBody>
      </p:sp>
      <p:sp>
        <p:nvSpPr>
          <p:cNvPr id="1028" name="Rectangle 3"/>
          <p:cNvSpPr>
            <a:spLocks noGrp="1" noChangeArrowheads="1"/>
          </p:cNvSpPr>
          <p:nvPr>
            <p:ph type="body" idx="1"/>
          </p:nvPr>
        </p:nvSpPr>
        <p:spPr bwMode="auto">
          <a:xfrm>
            <a:off x="315912" y="1124744"/>
            <a:ext cx="11560175" cy="2126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ko-KR" altLang="en-US" dirty="0"/>
              <a:t>마스터 텍스트 스타일을 편집합니다</a:t>
            </a:r>
          </a:p>
          <a:p>
            <a:pPr lvl="1">
              <a:buClr>
                <a:srgbClr val="FF9900"/>
              </a:buClr>
              <a:buFont typeface="Wingdings" panose="05000000000000000000" pitchFamily="2" charset="2"/>
              <a:buChar char="§"/>
            </a:pPr>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grpSp>
        <p:nvGrpSpPr>
          <p:cNvPr id="1029" name="McK Slide Elements"/>
          <p:cNvGrpSpPr>
            <a:grpSpLocks/>
          </p:cNvGrpSpPr>
          <p:nvPr/>
        </p:nvGrpSpPr>
        <p:grpSpPr bwMode="auto">
          <a:xfrm>
            <a:off x="165100" y="542925"/>
            <a:ext cx="11726863" cy="6288088"/>
            <a:chOff x="77" y="335"/>
            <a:chExt cx="5429" cy="3882"/>
          </a:xfrm>
        </p:grpSpPr>
        <p:sp>
          <p:nvSpPr>
            <p:cNvPr id="1035" name="McK Measure" hidden="1"/>
            <p:cNvSpPr txBox="1">
              <a:spLocks noChangeArrowheads="1"/>
            </p:cNvSpPr>
            <p:nvPr userDrawn="1"/>
          </p:nvSpPr>
          <p:spPr bwMode="auto">
            <a:xfrm>
              <a:off x="77" y="335"/>
              <a:ext cx="542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57263" eaLnBrk="0" hangingPunct="0">
                <a:defRPr kumimoji="1" b="1">
                  <a:solidFill>
                    <a:schemeClr val="tx1"/>
                  </a:solidFill>
                  <a:latin typeface="Impact" pitchFamily="34" charset="0"/>
                  <a:ea typeface="굴림" pitchFamily="50" charset="-127"/>
                </a:defRPr>
              </a:lvl1pPr>
              <a:lvl2pPr marL="742950" indent="-285750" defTabSz="957263" eaLnBrk="0" hangingPunct="0">
                <a:defRPr kumimoji="1" b="1">
                  <a:solidFill>
                    <a:schemeClr val="tx1"/>
                  </a:solidFill>
                  <a:latin typeface="Impact" pitchFamily="34" charset="0"/>
                  <a:ea typeface="굴림" pitchFamily="50" charset="-127"/>
                </a:defRPr>
              </a:lvl2pPr>
              <a:lvl3pPr marL="1143000" indent="-228600" defTabSz="957263" eaLnBrk="0" hangingPunct="0">
                <a:defRPr kumimoji="1" b="1">
                  <a:solidFill>
                    <a:schemeClr val="tx1"/>
                  </a:solidFill>
                  <a:latin typeface="Impact" pitchFamily="34" charset="0"/>
                  <a:ea typeface="굴림" pitchFamily="50" charset="-127"/>
                </a:defRPr>
              </a:lvl3pPr>
              <a:lvl4pPr marL="1600200" indent="-228600" defTabSz="957263" eaLnBrk="0" hangingPunct="0">
                <a:defRPr kumimoji="1" b="1">
                  <a:solidFill>
                    <a:schemeClr val="tx1"/>
                  </a:solidFill>
                  <a:latin typeface="Impact" pitchFamily="34" charset="0"/>
                  <a:ea typeface="굴림" pitchFamily="50" charset="-127"/>
                </a:defRPr>
              </a:lvl4pPr>
              <a:lvl5pPr marL="2057400" indent="-228600" defTabSz="957263" eaLnBrk="0" hangingPunct="0">
                <a:defRPr kumimoji="1" b="1">
                  <a:solidFill>
                    <a:schemeClr val="tx1"/>
                  </a:solidFill>
                  <a:latin typeface="Impact" pitchFamily="34" charset="0"/>
                  <a:ea typeface="굴림" pitchFamily="50" charset="-127"/>
                </a:defRPr>
              </a:lvl5pPr>
              <a:lvl6pPr marL="25146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eaLnBrk="1" latinLnBrk="1" hangingPunct="1">
                <a:defRPr/>
              </a:pPr>
              <a:r>
                <a:rPr lang="en-US" altLang="zh-CN" sz="1700">
                  <a:latin typeface="맑은 고딕" pitchFamily="50" charset="-127"/>
                  <a:ea typeface="맑은 고딕" pitchFamily="50" charset="-127"/>
                </a:rPr>
                <a:t>Unit of measure</a:t>
              </a:r>
            </a:p>
          </p:txBody>
        </p:sp>
        <p:sp>
          <p:nvSpPr>
            <p:cNvPr id="1036" name="McK Footnote" hidden="1"/>
            <p:cNvSpPr txBox="1">
              <a:spLocks noChangeArrowheads="1"/>
            </p:cNvSpPr>
            <p:nvPr userDrawn="1"/>
          </p:nvSpPr>
          <p:spPr bwMode="auto">
            <a:xfrm>
              <a:off x="79" y="3841"/>
              <a:ext cx="514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marL="614363" indent="-614363" defTabSz="957263" eaLnBrk="0" hangingPunct="0">
                <a:tabLst>
                  <a:tab pos="569913" algn="r"/>
                </a:tabLst>
                <a:defRPr kumimoji="1" b="1">
                  <a:solidFill>
                    <a:schemeClr val="tx1"/>
                  </a:solidFill>
                  <a:latin typeface="Impact" pitchFamily="34" charset="0"/>
                  <a:ea typeface="굴림" pitchFamily="50" charset="-127"/>
                </a:defRPr>
              </a:lvl1pPr>
              <a:lvl2pPr marL="742950" indent="-285750" defTabSz="957263" eaLnBrk="0" hangingPunct="0">
                <a:tabLst>
                  <a:tab pos="569913" algn="r"/>
                </a:tabLst>
                <a:defRPr kumimoji="1" b="1">
                  <a:solidFill>
                    <a:schemeClr val="tx1"/>
                  </a:solidFill>
                  <a:latin typeface="Impact" pitchFamily="34" charset="0"/>
                  <a:ea typeface="굴림" pitchFamily="50" charset="-127"/>
                </a:defRPr>
              </a:lvl2pPr>
              <a:lvl3pPr marL="1143000" indent="-228600" defTabSz="957263" eaLnBrk="0" hangingPunct="0">
                <a:tabLst>
                  <a:tab pos="569913" algn="r"/>
                </a:tabLst>
                <a:defRPr kumimoji="1" b="1">
                  <a:solidFill>
                    <a:schemeClr val="tx1"/>
                  </a:solidFill>
                  <a:latin typeface="Impact" pitchFamily="34" charset="0"/>
                  <a:ea typeface="굴림" pitchFamily="50" charset="-127"/>
                </a:defRPr>
              </a:lvl3pPr>
              <a:lvl4pPr marL="1600200" indent="-228600" defTabSz="957263" eaLnBrk="0" hangingPunct="0">
                <a:tabLst>
                  <a:tab pos="569913" algn="r"/>
                </a:tabLst>
                <a:defRPr kumimoji="1" b="1">
                  <a:solidFill>
                    <a:schemeClr val="tx1"/>
                  </a:solidFill>
                  <a:latin typeface="Impact" pitchFamily="34" charset="0"/>
                  <a:ea typeface="굴림" pitchFamily="50" charset="-127"/>
                </a:defRPr>
              </a:lvl4pPr>
              <a:lvl5pPr marL="2057400" indent="-228600" defTabSz="957263" eaLnBrk="0" hangingPunct="0">
                <a:tabLst>
                  <a:tab pos="569913" algn="r"/>
                </a:tabLst>
                <a:defRPr kumimoji="1" b="1">
                  <a:solidFill>
                    <a:schemeClr val="tx1"/>
                  </a:solidFill>
                  <a:latin typeface="Impact" pitchFamily="34" charset="0"/>
                  <a:ea typeface="굴림" pitchFamily="50" charset="-127"/>
                </a:defRPr>
              </a:lvl5pPr>
              <a:lvl6pPr marL="25146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6pPr>
              <a:lvl7pPr marL="29718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7pPr>
              <a:lvl8pPr marL="34290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8pPr>
              <a:lvl9pPr marL="38862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9pPr>
            </a:lstStyle>
            <a:p>
              <a:pPr eaLnBrk="1" latinLnBrk="1" hangingPunct="1">
                <a:defRPr/>
              </a:pPr>
              <a:r>
                <a:rPr lang="zh-CN" altLang="en-US">
                  <a:solidFill>
                    <a:srgbClr val="000000"/>
                  </a:solidFill>
                  <a:latin typeface="맑은 고딕" pitchFamily="50" charset="-127"/>
                  <a:ea typeface="맑은 고딕" pitchFamily="50" charset="-127"/>
                </a:rPr>
                <a:t>	*	</a:t>
              </a:r>
              <a:r>
                <a:rPr lang="en-US" altLang="zh-CN">
                  <a:solidFill>
                    <a:srgbClr val="000000"/>
                  </a:solidFill>
                  <a:latin typeface="맑은 고딕" pitchFamily="50" charset="-127"/>
                  <a:ea typeface="맑은 고딕" pitchFamily="50" charset="-127"/>
                </a:rPr>
                <a:t>Footnote</a:t>
              </a:r>
            </a:p>
            <a:p>
              <a:pPr eaLnBrk="1" latinLnBrk="1" hangingPunct="1">
                <a:spcBef>
                  <a:spcPct val="20000"/>
                </a:spcBef>
                <a:defRPr/>
              </a:pPr>
              <a:r>
                <a:rPr lang="en-US" altLang="zh-CN">
                  <a:solidFill>
                    <a:srgbClr val="000000"/>
                  </a:solidFill>
                  <a:latin typeface="맑은 고딕" pitchFamily="50" charset="-127"/>
                  <a:ea typeface="맑은 고딕" pitchFamily="50" charset="-127"/>
                </a:rPr>
                <a:t>Source:		Source</a:t>
              </a:r>
            </a:p>
          </p:txBody>
        </p:sp>
      </p:grpSp>
      <p:sp>
        <p:nvSpPr>
          <p:cNvPr id="1030" name="Rectangle 190"/>
          <p:cNvSpPr>
            <a:spLocks noChangeArrowheads="1"/>
          </p:cNvSpPr>
          <p:nvPr>
            <p:custDataLst>
              <p:tags r:id="rId13"/>
            </p:custDataLst>
          </p:nvPr>
        </p:nvSpPr>
        <p:spPr bwMode="auto">
          <a:xfrm>
            <a:off x="4779963" y="6507084"/>
            <a:ext cx="26416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95567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5567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5567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5567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5567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algn="ctr" latinLnBrk="1">
              <a:defRPr/>
            </a:pPr>
            <a:r>
              <a:rPr lang="en-US" altLang="ko-KR" sz="1100" dirty="0">
                <a:solidFill>
                  <a:srgbClr val="10253F"/>
                </a:solidFill>
                <a:latin typeface="맑은 고딕" panose="020B0503020000020004" pitchFamily="50" charset="-127"/>
                <a:ea typeface="맑은 고딕" panose="020B0503020000020004" pitchFamily="50" charset="-127"/>
              </a:rPr>
              <a:t>&lt; </a:t>
            </a:r>
            <a:fld id="{19D7AF4B-655A-4F9E-9FFA-42B0770F8976}" type="slidenum">
              <a:rPr lang="en-US" altLang="ko-KR" sz="1600" smtClean="0">
                <a:solidFill>
                  <a:srgbClr val="10253F"/>
                </a:solidFill>
                <a:latin typeface="맑은 고딕" panose="020B0503020000020004" pitchFamily="50" charset="-127"/>
                <a:ea typeface="맑은 고딕" panose="020B0503020000020004" pitchFamily="50" charset="-127"/>
              </a:rPr>
              <a:pPr algn="ctr" latinLnBrk="1">
                <a:defRPr/>
              </a:pPr>
              <a:t>‹#›</a:t>
            </a:fld>
            <a:r>
              <a:rPr lang="en-US" altLang="ko-KR" sz="1100" dirty="0">
                <a:solidFill>
                  <a:srgbClr val="10253F"/>
                </a:solidFill>
                <a:latin typeface="맑은 고딕" panose="020B0503020000020004" pitchFamily="50" charset="-127"/>
                <a:ea typeface="맑은 고딕" panose="020B0503020000020004" pitchFamily="50" charset="-127"/>
              </a:rPr>
              <a:t> &gt;</a:t>
            </a:r>
          </a:p>
        </p:txBody>
      </p:sp>
      <p:pic>
        <p:nvPicPr>
          <p:cNvPr id="13" name="Picture 12" descr="C:\DataNsoftware\바탕자료\LAB\서울대\slcf_logo2.jpg">
            <a:extLst>
              <a:ext uri="{FF2B5EF4-FFF2-40B4-BE49-F238E27FC236}">
                <a16:creationId xmlns:a16="http://schemas.microsoft.com/office/drawing/2014/main" id="{3096E7DD-ECAC-4F82-A344-BD198CAE9FA0}"/>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tretch>
            <a:fillRect/>
          </a:stretch>
        </p:blipFill>
        <p:spPr bwMode="auto">
          <a:xfrm>
            <a:off x="11295611" y="6431083"/>
            <a:ext cx="743989" cy="344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C:\Users\jaewook\Pictures\logo_love.gif">
            <a:extLst>
              <a:ext uri="{FF2B5EF4-FFF2-40B4-BE49-F238E27FC236}">
                <a16:creationId xmlns:a16="http://schemas.microsoft.com/office/drawing/2014/main" id="{44F38949-65D2-45A9-A498-35DE96AB735A}"/>
              </a:ext>
            </a:extLst>
          </p:cNvPr>
          <p:cNvPicPr>
            <a:picLocks noChangeAspect="1" noChangeArrowheads="1"/>
          </p:cNvPicPr>
          <p:nvPr userDrawn="1"/>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316" y="6451270"/>
            <a:ext cx="788670" cy="337185"/>
          </a:xfrm>
          <a:prstGeom prst="rect">
            <a:avLst/>
          </a:prstGeom>
          <a:noFill/>
          <a:ln>
            <a:noFill/>
          </a:ln>
        </p:spPr>
      </p:pic>
      <p:sp>
        <p:nvSpPr>
          <p:cNvPr id="16" name="사각형: 둥근 모서리 15">
            <a:extLst>
              <a:ext uri="{FF2B5EF4-FFF2-40B4-BE49-F238E27FC236}">
                <a16:creationId xmlns:a16="http://schemas.microsoft.com/office/drawing/2014/main" id="{9D1201E9-6BAB-40A1-817B-3647C3AD17C5}"/>
              </a:ext>
            </a:extLst>
          </p:cNvPr>
          <p:cNvSpPr/>
          <p:nvPr userDrawn="1"/>
        </p:nvSpPr>
        <p:spPr>
          <a:xfrm>
            <a:off x="135867" y="104695"/>
            <a:ext cx="11920264" cy="802541"/>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dirty="0"/>
          </a:p>
        </p:txBody>
      </p:sp>
      <p:sp>
        <p:nvSpPr>
          <p:cNvPr id="5122" name="Rectangle 2"/>
          <p:cNvSpPr>
            <a:spLocks noGrp="1" noChangeArrowheads="1"/>
          </p:cNvSpPr>
          <p:nvPr>
            <p:ph type="title"/>
          </p:nvPr>
        </p:nvSpPr>
        <p:spPr bwMode="auto">
          <a:xfrm>
            <a:off x="245131" y="120566"/>
            <a:ext cx="11630956" cy="78666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50000"/>
            </a:schemeClr>
          </a:lnRef>
          <a:fillRef idx="1">
            <a:schemeClr val="dk1"/>
          </a:fillRef>
          <a:effectRef idx="0">
            <a:schemeClr val="dk1"/>
          </a:effectRef>
          <a:fontRef idx="minor">
            <a:schemeClr val="lt1"/>
          </a:fontRef>
        </p:style>
        <p:txBody>
          <a:bodyPr rtlCol="0" anchor="ctr"/>
          <a:lstStyle/>
          <a:p>
            <a:pPr lvl="0" algn="ctr"/>
            <a:r>
              <a:rPr lang="en-US" altLang="zh-CN" dirty="0"/>
              <a:t>Click to edit Master title style</a:t>
            </a:r>
          </a:p>
        </p:txBody>
      </p:sp>
    </p:spTree>
    <p:extLst>
      <p:ext uri="{BB962C8B-B14F-4D97-AF65-F5344CB8AC3E}">
        <p14:creationId xmlns:p14="http://schemas.microsoft.com/office/powerpoint/2010/main" val="1614907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57263" rtl="0" eaLnBrk="0" fontAlgn="base" hangingPunct="0">
        <a:spcBef>
          <a:spcPct val="0"/>
        </a:spcBef>
        <a:spcAft>
          <a:spcPct val="0"/>
        </a:spcAft>
        <a:defRPr kumimoji="1" lang="en-US" altLang="zh-CN" sz="3600" b="1" kern="1200" dirty="0">
          <a:solidFill>
            <a:schemeClr val="lt1"/>
          </a:solidFill>
          <a:latin typeface="+mn-lt"/>
          <a:ea typeface="+mn-ea"/>
          <a:cs typeface="+mn-cs"/>
        </a:defRPr>
      </a:lvl1pPr>
      <a:lvl2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2pPr>
      <a:lvl3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3pPr>
      <a:lvl4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4pPr>
      <a:lvl5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5pPr>
      <a:lvl6pPr marL="457200" algn="l" defTabSz="957263" rtl="0" fontAlgn="base">
        <a:spcBef>
          <a:spcPct val="0"/>
        </a:spcBef>
        <a:spcAft>
          <a:spcPct val="0"/>
        </a:spcAft>
        <a:defRPr sz="2100" b="1">
          <a:solidFill>
            <a:schemeClr val="tx2"/>
          </a:solidFill>
          <a:latin typeface="맑은 고딕" pitchFamily="50" charset="-127"/>
          <a:ea typeface="맑은 고딕" pitchFamily="50" charset="-127"/>
        </a:defRPr>
      </a:lvl6pPr>
      <a:lvl7pPr marL="914400" algn="l" defTabSz="957263" rtl="0" fontAlgn="base">
        <a:spcBef>
          <a:spcPct val="0"/>
        </a:spcBef>
        <a:spcAft>
          <a:spcPct val="0"/>
        </a:spcAft>
        <a:defRPr sz="2100" b="1">
          <a:solidFill>
            <a:schemeClr val="tx2"/>
          </a:solidFill>
          <a:latin typeface="맑은 고딕" pitchFamily="50" charset="-127"/>
          <a:ea typeface="맑은 고딕" pitchFamily="50" charset="-127"/>
        </a:defRPr>
      </a:lvl7pPr>
      <a:lvl8pPr marL="1371600" algn="l" defTabSz="957263" rtl="0" fontAlgn="base">
        <a:spcBef>
          <a:spcPct val="0"/>
        </a:spcBef>
        <a:spcAft>
          <a:spcPct val="0"/>
        </a:spcAft>
        <a:defRPr sz="2100" b="1">
          <a:solidFill>
            <a:schemeClr val="tx2"/>
          </a:solidFill>
          <a:latin typeface="맑은 고딕" pitchFamily="50" charset="-127"/>
          <a:ea typeface="맑은 고딕" pitchFamily="50" charset="-127"/>
        </a:defRPr>
      </a:lvl8pPr>
      <a:lvl9pPr marL="1828800" algn="l" defTabSz="957263" rtl="0" fontAlgn="base">
        <a:spcBef>
          <a:spcPct val="0"/>
        </a:spcBef>
        <a:spcAft>
          <a:spcPct val="0"/>
        </a:spcAft>
        <a:defRPr sz="2100" b="1">
          <a:solidFill>
            <a:schemeClr val="tx2"/>
          </a:solidFill>
          <a:latin typeface="맑은 고딕" pitchFamily="50" charset="-127"/>
          <a:ea typeface="맑은 고딕" pitchFamily="50" charset="-127"/>
        </a:defRPr>
      </a:lvl9pPr>
    </p:titleStyle>
    <p:bodyStyle>
      <a:lvl1pPr marL="457200" indent="-457200" algn="l" rtl="0" eaLnBrk="0" fontAlgn="base" latinLnBrk="1" hangingPunct="0">
        <a:lnSpc>
          <a:spcPct val="150000"/>
        </a:lnSpc>
        <a:spcBef>
          <a:spcPct val="0"/>
        </a:spcBef>
        <a:spcAft>
          <a:spcPct val="50000"/>
        </a:spcAft>
        <a:buClr>
          <a:srgbClr val="CC0000"/>
        </a:buClr>
        <a:buFont typeface="Wingdings 2" panose="05020102010507070707" pitchFamily="18" charset="2"/>
        <a:buChar char="¡"/>
        <a:defRPr lang="ko-KR" altLang="en-US" sz="2400" b="0" dirty="0" smtClean="0">
          <a:solidFill>
            <a:schemeClr val="accent1">
              <a:lumMod val="75000"/>
            </a:schemeClr>
          </a:solidFill>
          <a:latin typeface="+mn-ea"/>
          <a:ea typeface="+mn-ea"/>
          <a:cs typeface="+mn-cs"/>
        </a:defRPr>
      </a:lvl1pPr>
      <a:lvl2pPr marL="914400" indent="-457200" algn="l" rtl="0" eaLnBrk="0" fontAlgn="base" latinLnBrk="1" hangingPunct="0">
        <a:spcBef>
          <a:spcPct val="0"/>
        </a:spcBef>
        <a:spcAft>
          <a:spcPct val="50000"/>
        </a:spcAft>
        <a:buClr>
          <a:schemeClr val="tx1"/>
        </a:buClr>
        <a:buFont typeface="Arial" charset="0"/>
        <a:buChar char="•"/>
        <a:defRPr lang="ko-KR" altLang="en-US" sz="2000" dirty="0" smtClean="0">
          <a:solidFill>
            <a:schemeClr val="tx1"/>
          </a:solidFill>
          <a:latin typeface="+mn-ea"/>
          <a:ea typeface="+mn-ea"/>
        </a:defRPr>
      </a:lvl2pPr>
      <a:lvl3pPr marL="1371600" indent="-457200" algn="l" rtl="0" eaLnBrk="0" fontAlgn="base" latinLnBrk="1" hangingPunct="0">
        <a:spcBef>
          <a:spcPct val="0"/>
        </a:spcBef>
        <a:spcAft>
          <a:spcPct val="30000"/>
        </a:spcAft>
        <a:buClr>
          <a:srgbClr val="000000"/>
        </a:buClr>
        <a:buFont typeface="Arial" panose="020B0604020202020204" pitchFamily="34" charset="0"/>
        <a:buChar char="•"/>
        <a:defRPr lang="ko-KR" altLang="en-US" sz="1800" dirty="0" smtClean="0">
          <a:solidFill>
            <a:schemeClr val="tx1"/>
          </a:solidFill>
          <a:latin typeface="+mn-ea"/>
          <a:ea typeface="+mn-ea"/>
        </a:defRPr>
      </a:lvl3pPr>
      <a:lvl4pPr marL="1828800" indent="-457200" algn="l" rtl="0" eaLnBrk="0" fontAlgn="base" latinLnBrk="1" hangingPunct="0">
        <a:spcBef>
          <a:spcPct val="0"/>
        </a:spcBef>
        <a:spcAft>
          <a:spcPct val="30000"/>
        </a:spcAft>
        <a:buClr>
          <a:srgbClr val="000000"/>
        </a:buClr>
        <a:buChar char="•"/>
        <a:defRPr lang="ko-KR" altLang="en-US" sz="1600" dirty="0" smtClean="0">
          <a:solidFill>
            <a:schemeClr val="tx1"/>
          </a:solidFill>
          <a:latin typeface="+mn-ea"/>
          <a:ea typeface="+mn-ea"/>
        </a:defRPr>
      </a:lvl4pPr>
      <a:lvl5pPr marL="2286000" indent="-457200" algn="l" rtl="0" eaLnBrk="0" fontAlgn="base" latinLnBrk="1" hangingPunct="0">
        <a:spcBef>
          <a:spcPct val="0"/>
        </a:spcBef>
        <a:spcAft>
          <a:spcPct val="30000"/>
        </a:spcAft>
        <a:buClr>
          <a:srgbClr val="000000"/>
        </a:buClr>
        <a:buChar char="•"/>
        <a:defRPr lang="ko-KR" altLang="en-US" sz="1600" dirty="0" smtClean="0">
          <a:solidFill>
            <a:schemeClr val="tx1"/>
          </a:solidFill>
          <a:latin typeface="+mn-ea"/>
          <a:ea typeface="+mn-ea"/>
        </a:defRPr>
      </a:lvl5pPr>
      <a:lvl6pPr marL="1079500" indent="-158750" algn="l" defTabSz="957263" rtl="0" fontAlgn="base">
        <a:spcBef>
          <a:spcPct val="0"/>
        </a:spcBef>
        <a:spcAft>
          <a:spcPct val="0"/>
        </a:spcAft>
        <a:buSzPct val="75000"/>
        <a:buChar char="–"/>
        <a:defRPr sz="1500">
          <a:solidFill>
            <a:schemeClr val="tx1"/>
          </a:solidFill>
          <a:latin typeface="+mn-lt"/>
          <a:ea typeface="+mn-ea"/>
        </a:defRPr>
      </a:lvl6pPr>
      <a:lvl7pPr marL="1536700" indent="-158750" algn="l" defTabSz="957263" rtl="0" fontAlgn="base">
        <a:spcBef>
          <a:spcPct val="0"/>
        </a:spcBef>
        <a:spcAft>
          <a:spcPct val="0"/>
        </a:spcAft>
        <a:buSzPct val="75000"/>
        <a:buChar char="–"/>
        <a:defRPr sz="1500">
          <a:solidFill>
            <a:schemeClr val="tx1"/>
          </a:solidFill>
          <a:latin typeface="+mn-lt"/>
          <a:ea typeface="+mn-ea"/>
        </a:defRPr>
      </a:lvl7pPr>
      <a:lvl8pPr marL="1993900" indent="-158750" algn="l" defTabSz="957263" rtl="0" fontAlgn="base">
        <a:spcBef>
          <a:spcPct val="0"/>
        </a:spcBef>
        <a:spcAft>
          <a:spcPct val="0"/>
        </a:spcAft>
        <a:buSzPct val="75000"/>
        <a:buChar char="–"/>
        <a:defRPr sz="1500">
          <a:solidFill>
            <a:schemeClr val="tx1"/>
          </a:solidFill>
          <a:latin typeface="+mn-lt"/>
          <a:ea typeface="+mn-ea"/>
        </a:defRPr>
      </a:lvl8pPr>
      <a:lvl9pPr marL="2451100" indent="-158750" algn="l" defTabSz="957263" rtl="0" fontAlgn="base">
        <a:spcBef>
          <a:spcPct val="0"/>
        </a:spcBef>
        <a:spcAft>
          <a:spcPct val="0"/>
        </a:spcAft>
        <a:buSzPct val="75000"/>
        <a:buChar char="–"/>
        <a:defRPr sz="15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tx2">
                <a:lumMod val="50000"/>
              </a:schemeClr>
            </a:gs>
            <a:gs pos="100000">
              <a:schemeClr val="tx1"/>
            </a:gs>
          </a:gsLst>
          <a:lin ang="5400000" scaled="1"/>
          <a:tileRect/>
        </a:gra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84150" y="293688"/>
            <a:ext cx="11811000" cy="759048"/>
          </a:xfrm>
          <a:prstGeom prst="rect">
            <a:avLst/>
          </a:prstGeom>
          <a:solidFill>
            <a:schemeClr val="tx2">
              <a:lumMod val="50000"/>
            </a:schemeClr>
          </a:solidFill>
          <a:ln w="9525">
            <a:noFill/>
            <a:miter lim="800000"/>
            <a:headEnd/>
            <a:tailEnd/>
          </a:ln>
          <a:effectLst/>
        </p:spPr>
        <p:txBody>
          <a:bodyPr vert="horz" wrap="square" lIns="144000" tIns="0" rIns="0" bIns="0" numCol="1" anchor="ctr" anchorCtr="0" compatLnSpc="1">
            <a:prstTxWarp prst="textNoShape">
              <a:avLst/>
            </a:prstTxWarp>
            <a:noAutofit/>
          </a:bodyPr>
          <a:lstStyle/>
          <a:p>
            <a:pPr lvl="0"/>
            <a:r>
              <a:rPr lang="en-US" altLang="zh-CN" dirty="0"/>
              <a:t>Click to edit Master title style</a:t>
            </a:r>
          </a:p>
        </p:txBody>
      </p:sp>
      <p:sp>
        <p:nvSpPr>
          <p:cNvPr id="2051" name="Rectangle 3"/>
          <p:cNvSpPr>
            <a:spLocks noGrp="1" noChangeArrowheads="1"/>
          </p:cNvSpPr>
          <p:nvPr>
            <p:ph type="body" idx="1"/>
          </p:nvPr>
        </p:nvSpPr>
        <p:spPr bwMode="auto">
          <a:xfrm>
            <a:off x="315913" y="1205171"/>
            <a:ext cx="11560175"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grpSp>
        <p:nvGrpSpPr>
          <p:cNvPr id="2052" name="McK Slide Elements"/>
          <p:cNvGrpSpPr>
            <a:grpSpLocks/>
          </p:cNvGrpSpPr>
          <p:nvPr/>
        </p:nvGrpSpPr>
        <p:grpSpPr bwMode="auto">
          <a:xfrm>
            <a:off x="165100" y="542925"/>
            <a:ext cx="11726863" cy="6288088"/>
            <a:chOff x="77" y="335"/>
            <a:chExt cx="5429" cy="3882"/>
          </a:xfrm>
        </p:grpSpPr>
        <p:sp>
          <p:nvSpPr>
            <p:cNvPr id="2054" name="McK Measure" hidden="1"/>
            <p:cNvSpPr txBox="1">
              <a:spLocks noChangeArrowheads="1"/>
            </p:cNvSpPr>
            <p:nvPr userDrawn="1"/>
          </p:nvSpPr>
          <p:spPr bwMode="auto">
            <a:xfrm>
              <a:off x="77" y="335"/>
              <a:ext cx="542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57263" eaLnBrk="0" hangingPunct="0">
                <a:defRPr kumimoji="1" b="1">
                  <a:solidFill>
                    <a:schemeClr val="tx1"/>
                  </a:solidFill>
                  <a:latin typeface="Impact" pitchFamily="34" charset="0"/>
                  <a:ea typeface="굴림" pitchFamily="50" charset="-127"/>
                </a:defRPr>
              </a:lvl1pPr>
              <a:lvl2pPr marL="742950" indent="-285750" defTabSz="957263" eaLnBrk="0" hangingPunct="0">
                <a:defRPr kumimoji="1" b="1">
                  <a:solidFill>
                    <a:schemeClr val="tx1"/>
                  </a:solidFill>
                  <a:latin typeface="Impact" pitchFamily="34" charset="0"/>
                  <a:ea typeface="굴림" pitchFamily="50" charset="-127"/>
                </a:defRPr>
              </a:lvl2pPr>
              <a:lvl3pPr marL="1143000" indent="-228600" defTabSz="957263" eaLnBrk="0" hangingPunct="0">
                <a:defRPr kumimoji="1" b="1">
                  <a:solidFill>
                    <a:schemeClr val="tx1"/>
                  </a:solidFill>
                  <a:latin typeface="Impact" pitchFamily="34" charset="0"/>
                  <a:ea typeface="굴림" pitchFamily="50" charset="-127"/>
                </a:defRPr>
              </a:lvl3pPr>
              <a:lvl4pPr marL="1600200" indent="-228600" defTabSz="957263" eaLnBrk="0" hangingPunct="0">
                <a:defRPr kumimoji="1" b="1">
                  <a:solidFill>
                    <a:schemeClr val="tx1"/>
                  </a:solidFill>
                  <a:latin typeface="Impact" pitchFamily="34" charset="0"/>
                  <a:ea typeface="굴림" pitchFamily="50" charset="-127"/>
                </a:defRPr>
              </a:lvl4pPr>
              <a:lvl5pPr marL="2057400" indent="-228600" defTabSz="957263" eaLnBrk="0" hangingPunct="0">
                <a:defRPr kumimoji="1" b="1">
                  <a:solidFill>
                    <a:schemeClr val="tx1"/>
                  </a:solidFill>
                  <a:latin typeface="Impact" pitchFamily="34" charset="0"/>
                  <a:ea typeface="굴림" pitchFamily="50" charset="-127"/>
                </a:defRPr>
              </a:lvl5pPr>
              <a:lvl6pPr marL="25146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6pPr>
              <a:lvl7pPr marL="29718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7pPr>
              <a:lvl8pPr marL="34290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8pPr>
              <a:lvl9pPr marL="3886200" indent="-228600" defTabSz="957263" eaLnBrk="0" fontAlgn="base" hangingPunct="0">
                <a:spcBef>
                  <a:spcPct val="0"/>
                </a:spcBef>
                <a:spcAft>
                  <a:spcPct val="0"/>
                </a:spcAft>
                <a:defRPr kumimoji="1" b="1">
                  <a:solidFill>
                    <a:schemeClr val="tx1"/>
                  </a:solidFill>
                  <a:latin typeface="Impact" pitchFamily="34" charset="0"/>
                  <a:ea typeface="굴림" pitchFamily="50" charset="-127"/>
                </a:defRPr>
              </a:lvl9pPr>
            </a:lstStyle>
            <a:p>
              <a:pPr marL="0" marR="0" lvl="0" indent="0" algn="l" defTabSz="957263" rtl="0" eaLnBrk="1" fontAlgn="auto" latinLnBrk="1" hangingPunct="1">
                <a:lnSpc>
                  <a:spcPct val="100000"/>
                </a:lnSpc>
                <a:spcBef>
                  <a:spcPts val="0"/>
                </a:spcBef>
                <a:spcAft>
                  <a:spcPts val="0"/>
                </a:spcAft>
                <a:buClrTx/>
                <a:buSzTx/>
                <a:buFontTx/>
                <a:buNone/>
                <a:tabLst/>
                <a:defRPr/>
              </a:pPr>
              <a:r>
                <a:rPr kumimoji="0" lang="en-US" altLang="zh-CN" sz="17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Unit of measure</a:t>
              </a:r>
            </a:p>
          </p:txBody>
        </p:sp>
        <p:sp>
          <p:nvSpPr>
            <p:cNvPr id="2055" name="McK Footnote" hidden="1"/>
            <p:cNvSpPr txBox="1">
              <a:spLocks noChangeArrowheads="1"/>
            </p:cNvSpPr>
            <p:nvPr userDrawn="1"/>
          </p:nvSpPr>
          <p:spPr bwMode="auto">
            <a:xfrm>
              <a:off x="79" y="3841"/>
              <a:ext cx="514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marL="614363" indent="-614363" defTabSz="957263" eaLnBrk="0" hangingPunct="0">
                <a:tabLst>
                  <a:tab pos="569913" algn="r"/>
                </a:tabLst>
                <a:defRPr kumimoji="1" b="1">
                  <a:solidFill>
                    <a:schemeClr val="tx1"/>
                  </a:solidFill>
                  <a:latin typeface="Impact" pitchFamily="34" charset="0"/>
                  <a:ea typeface="굴림" pitchFamily="50" charset="-127"/>
                </a:defRPr>
              </a:lvl1pPr>
              <a:lvl2pPr marL="742950" indent="-285750" defTabSz="957263" eaLnBrk="0" hangingPunct="0">
                <a:tabLst>
                  <a:tab pos="569913" algn="r"/>
                </a:tabLst>
                <a:defRPr kumimoji="1" b="1">
                  <a:solidFill>
                    <a:schemeClr val="tx1"/>
                  </a:solidFill>
                  <a:latin typeface="Impact" pitchFamily="34" charset="0"/>
                  <a:ea typeface="굴림" pitchFamily="50" charset="-127"/>
                </a:defRPr>
              </a:lvl2pPr>
              <a:lvl3pPr marL="1143000" indent="-228600" defTabSz="957263" eaLnBrk="0" hangingPunct="0">
                <a:tabLst>
                  <a:tab pos="569913" algn="r"/>
                </a:tabLst>
                <a:defRPr kumimoji="1" b="1">
                  <a:solidFill>
                    <a:schemeClr val="tx1"/>
                  </a:solidFill>
                  <a:latin typeface="Impact" pitchFamily="34" charset="0"/>
                  <a:ea typeface="굴림" pitchFamily="50" charset="-127"/>
                </a:defRPr>
              </a:lvl3pPr>
              <a:lvl4pPr marL="1600200" indent="-228600" defTabSz="957263" eaLnBrk="0" hangingPunct="0">
                <a:tabLst>
                  <a:tab pos="569913" algn="r"/>
                </a:tabLst>
                <a:defRPr kumimoji="1" b="1">
                  <a:solidFill>
                    <a:schemeClr val="tx1"/>
                  </a:solidFill>
                  <a:latin typeface="Impact" pitchFamily="34" charset="0"/>
                  <a:ea typeface="굴림" pitchFamily="50" charset="-127"/>
                </a:defRPr>
              </a:lvl4pPr>
              <a:lvl5pPr marL="2057400" indent="-228600" defTabSz="957263" eaLnBrk="0" hangingPunct="0">
                <a:tabLst>
                  <a:tab pos="569913" algn="r"/>
                </a:tabLst>
                <a:defRPr kumimoji="1" b="1">
                  <a:solidFill>
                    <a:schemeClr val="tx1"/>
                  </a:solidFill>
                  <a:latin typeface="Impact" pitchFamily="34" charset="0"/>
                  <a:ea typeface="굴림" pitchFamily="50" charset="-127"/>
                </a:defRPr>
              </a:lvl5pPr>
              <a:lvl6pPr marL="25146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6pPr>
              <a:lvl7pPr marL="29718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7pPr>
              <a:lvl8pPr marL="34290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8pPr>
              <a:lvl9pPr marL="3886200" indent="-228600" defTabSz="957263" eaLnBrk="0" fontAlgn="base" hangingPunct="0">
                <a:spcBef>
                  <a:spcPct val="0"/>
                </a:spcBef>
                <a:spcAft>
                  <a:spcPct val="0"/>
                </a:spcAft>
                <a:tabLst>
                  <a:tab pos="569913" algn="r"/>
                </a:tabLst>
                <a:defRPr kumimoji="1" b="1">
                  <a:solidFill>
                    <a:schemeClr val="tx1"/>
                  </a:solidFill>
                  <a:latin typeface="Impact" pitchFamily="34" charset="0"/>
                  <a:ea typeface="굴림" pitchFamily="50" charset="-127"/>
                </a:defRPr>
              </a:lvl9pPr>
            </a:lstStyle>
            <a:p>
              <a:pPr marL="614363" marR="0" lvl="0" indent="-614363" algn="l" defTabSz="957263" rtl="0" eaLnBrk="1" fontAlgn="auto" latinLnBrk="1" hangingPunct="1">
                <a:lnSpc>
                  <a:spcPct val="100000"/>
                </a:lnSpc>
                <a:spcBef>
                  <a:spcPts val="0"/>
                </a:spcBef>
                <a:spcAft>
                  <a:spcPts val="0"/>
                </a:spcAft>
                <a:buClrTx/>
                <a:buSzTx/>
                <a:buFontTx/>
                <a:buNone/>
                <a:tabLst>
                  <a:tab pos="569913" algn="r"/>
                </a:tabLst>
                <a:defRPr/>
              </a:pPr>
              <a:r>
                <a:rPr kumimoji="0" lang="zh-CN" altLang="en-US" sz="18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	*	</a:t>
              </a:r>
              <a:r>
                <a:rPr kumimoji="0" lang="en-US" altLang="zh-CN" sz="18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Footnote</a:t>
              </a:r>
            </a:p>
            <a:p>
              <a:pPr marL="614363" marR="0" lvl="0" indent="-614363" algn="l" defTabSz="957263" rtl="0" eaLnBrk="1" fontAlgn="auto" latinLnBrk="1" hangingPunct="1">
                <a:lnSpc>
                  <a:spcPct val="100000"/>
                </a:lnSpc>
                <a:spcBef>
                  <a:spcPct val="20000"/>
                </a:spcBef>
                <a:spcAft>
                  <a:spcPts val="0"/>
                </a:spcAft>
                <a:buClrTx/>
                <a:buSzTx/>
                <a:buFontTx/>
                <a:buNone/>
                <a:tabLst>
                  <a:tab pos="569913" algn="r"/>
                </a:tabLst>
                <a:defRPr/>
              </a:pPr>
              <a:r>
                <a:rPr kumimoji="0" lang="en-US" altLang="zh-CN" sz="1800" b="0" i="0" u="none" strike="noStrike" kern="1200" cap="none" spc="0" normalizeH="0" baseline="0" noProof="0">
                  <a:ln>
                    <a:noFill/>
                  </a:ln>
                  <a:solidFill>
                    <a:srgbClr val="000000"/>
                  </a:solidFill>
                  <a:effectLst/>
                  <a:uLnTx/>
                  <a:uFillTx/>
                  <a:latin typeface="맑은 고딕" pitchFamily="50" charset="-127"/>
                  <a:ea typeface="맑은 고딕" pitchFamily="50" charset="-127"/>
                  <a:cs typeface="+mn-cs"/>
                </a:rPr>
                <a:t>Source:		Source</a:t>
              </a:r>
            </a:p>
          </p:txBody>
        </p:sp>
      </p:grpSp>
      <p:sp>
        <p:nvSpPr>
          <p:cNvPr id="2053" name="Rectangle 190"/>
          <p:cNvSpPr>
            <a:spLocks noChangeArrowheads="1"/>
          </p:cNvSpPr>
          <p:nvPr>
            <p:custDataLst>
              <p:tags r:id="rId7"/>
            </p:custDataLst>
          </p:nvPr>
        </p:nvSpPr>
        <p:spPr bwMode="auto">
          <a:xfrm>
            <a:off x="4779963" y="6545263"/>
            <a:ext cx="264160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955675" eaLnBrk="0" hangingPunct="0">
              <a:defRPr kumimoji="1" b="1">
                <a:solidFill>
                  <a:schemeClr val="tx1"/>
                </a:solidFill>
                <a:latin typeface="Impact" panose="020B0806030902050204" pitchFamily="34" charset="0"/>
                <a:ea typeface="굴림" panose="020B0600000101010101" pitchFamily="50" charset="-127"/>
              </a:defRPr>
            </a:lvl1pPr>
            <a:lvl2pPr marL="742950" indent="-285750" defTabSz="955675" eaLnBrk="0" hangingPunct="0">
              <a:defRPr kumimoji="1" b="1">
                <a:solidFill>
                  <a:schemeClr val="tx1"/>
                </a:solidFill>
                <a:latin typeface="Impact" panose="020B0806030902050204" pitchFamily="34" charset="0"/>
                <a:ea typeface="굴림" panose="020B0600000101010101" pitchFamily="50" charset="-127"/>
              </a:defRPr>
            </a:lvl2pPr>
            <a:lvl3pPr marL="1143000" indent="-228600" defTabSz="955675" eaLnBrk="0" hangingPunct="0">
              <a:defRPr kumimoji="1" b="1">
                <a:solidFill>
                  <a:schemeClr val="tx1"/>
                </a:solidFill>
                <a:latin typeface="Impact" panose="020B0806030902050204" pitchFamily="34" charset="0"/>
                <a:ea typeface="굴림" panose="020B0600000101010101" pitchFamily="50" charset="-127"/>
              </a:defRPr>
            </a:lvl3pPr>
            <a:lvl4pPr marL="1600200" indent="-228600" defTabSz="955675" eaLnBrk="0" hangingPunct="0">
              <a:defRPr kumimoji="1" b="1">
                <a:solidFill>
                  <a:schemeClr val="tx1"/>
                </a:solidFill>
                <a:latin typeface="Impact" panose="020B0806030902050204" pitchFamily="34" charset="0"/>
                <a:ea typeface="굴림" panose="020B0600000101010101" pitchFamily="50" charset="-127"/>
              </a:defRPr>
            </a:lvl4pPr>
            <a:lvl5pPr marL="2057400" indent="-228600" defTabSz="955675" eaLnBrk="0" hangingPunct="0">
              <a:defRPr kumimoji="1" b="1">
                <a:solidFill>
                  <a:schemeClr val="tx1"/>
                </a:solidFill>
                <a:latin typeface="Impact" panose="020B0806030902050204" pitchFamily="34" charset="0"/>
                <a:ea typeface="굴림" panose="020B0600000101010101" pitchFamily="50" charset="-127"/>
              </a:defRPr>
            </a:lvl5pPr>
            <a:lvl6pPr marL="25146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6pPr>
            <a:lvl7pPr marL="29718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7pPr>
            <a:lvl8pPr marL="34290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8pPr>
            <a:lvl9pPr marL="3886200" indent="-228600" defTabSz="955675" eaLnBrk="0" fontAlgn="base" hangingPunct="0">
              <a:spcBef>
                <a:spcPct val="0"/>
              </a:spcBef>
              <a:spcAft>
                <a:spcPct val="0"/>
              </a:spcAft>
              <a:defRPr kumimoji="1" b="1">
                <a:solidFill>
                  <a:schemeClr val="tx1"/>
                </a:solidFill>
                <a:latin typeface="Impact" panose="020B0806030902050204" pitchFamily="34" charset="0"/>
                <a:ea typeface="굴림" panose="020B0600000101010101" pitchFamily="50" charset="-127"/>
              </a:defRPr>
            </a:lvl9pPr>
          </a:lstStyle>
          <a:p>
            <a:pPr marL="0" marR="0" lvl="0" indent="0" algn="ctr" defTabSz="955675" rtl="0" eaLnBrk="0" fontAlgn="auto" latinLnBrk="1" hangingPunct="0">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srgbClr val="10253F"/>
                </a:solidFill>
                <a:effectLst/>
                <a:uLnTx/>
                <a:uFillTx/>
                <a:latin typeface="맑은 고딕" panose="020B0503020000020004" pitchFamily="50" charset="-127"/>
                <a:ea typeface="맑은 고딕" panose="020B0503020000020004" pitchFamily="50" charset="-127"/>
                <a:cs typeface="+mn-cs"/>
              </a:rPr>
              <a:t>&lt; </a:t>
            </a:r>
            <a:fld id="{CA23DD0F-F412-43A9-B810-D649D8E77CE7}" type="slidenum">
              <a:rPr kumimoji="0" lang="en-US" altLang="ko-KR" sz="1100" b="1" i="0" u="none" strike="noStrike" kern="1200" cap="none" spc="0" normalizeH="0" baseline="0" noProof="0" smtClean="0">
                <a:ln>
                  <a:noFill/>
                </a:ln>
                <a:solidFill>
                  <a:srgbClr val="10253F"/>
                </a:solidFill>
                <a:effectLst/>
                <a:uLnTx/>
                <a:uFillTx/>
                <a:latin typeface="맑은 고딕" panose="020B0503020000020004" pitchFamily="50" charset="-127"/>
                <a:ea typeface="맑은 고딕" panose="020B0503020000020004" pitchFamily="50" charset="-127"/>
                <a:cs typeface="+mn-cs"/>
              </a:rPr>
              <a:pPr marL="0" marR="0" lvl="0" indent="0" algn="ctr" defTabSz="955675" rtl="0" eaLnBrk="0" fontAlgn="auto" latinLnBrk="1" hangingPunct="0">
                <a:lnSpc>
                  <a:spcPct val="100000"/>
                </a:lnSpc>
                <a:spcBef>
                  <a:spcPts val="0"/>
                </a:spcBef>
                <a:spcAft>
                  <a:spcPts val="0"/>
                </a:spcAft>
                <a:buClrTx/>
                <a:buSzTx/>
                <a:buFontTx/>
                <a:buNone/>
                <a:tabLst/>
                <a:defRPr/>
              </a:pPr>
              <a:t>‹#›</a:t>
            </a:fld>
            <a:r>
              <a:rPr kumimoji="0" lang="en-US" altLang="ko-KR" sz="1100" b="1" i="0" u="none" strike="noStrike" kern="1200" cap="none" spc="0" normalizeH="0" baseline="0" noProof="0">
                <a:ln>
                  <a:noFill/>
                </a:ln>
                <a:solidFill>
                  <a:srgbClr val="10253F"/>
                </a:solidFill>
                <a:effectLst/>
                <a:uLnTx/>
                <a:uFillTx/>
                <a:latin typeface="맑은 고딕" panose="020B0503020000020004" pitchFamily="50" charset="-127"/>
                <a:ea typeface="맑은 고딕" panose="020B0503020000020004" pitchFamily="50" charset="-127"/>
                <a:cs typeface="+mn-cs"/>
              </a:rPr>
              <a:t> &gt;</a:t>
            </a:r>
          </a:p>
        </p:txBody>
      </p:sp>
    </p:spTree>
    <p:extLst>
      <p:ext uri="{BB962C8B-B14F-4D97-AF65-F5344CB8AC3E}">
        <p14:creationId xmlns:p14="http://schemas.microsoft.com/office/powerpoint/2010/main" val="35803904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lgn="l" defTabSz="957263" rtl="0" eaLnBrk="0" fontAlgn="base" hangingPunct="0">
        <a:spcBef>
          <a:spcPct val="0"/>
        </a:spcBef>
        <a:spcAft>
          <a:spcPct val="0"/>
        </a:spcAft>
        <a:defRPr sz="2800" b="1">
          <a:solidFill>
            <a:schemeClr val="bg1"/>
          </a:solidFill>
          <a:latin typeface="+mn-ea"/>
          <a:ea typeface="+mn-ea"/>
          <a:cs typeface="+mj-cs"/>
        </a:defRPr>
      </a:lvl1pPr>
      <a:lvl2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2pPr>
      <a:lvl3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3pPr>
      <a:lvl4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4pPr>
      <a:lvl5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5pPr>
      <a:lvl6pPr marL="457200" algn="l" defTabSz="957263" rtl="0" fontAlgn="base">
        <a:spcBef>
          <a:spcPct val="0"/>
        </a:spcBef>
        <a:spcAft>
          <a:spcPct val="0"/>
        </a:spcAft>
        <a:defRPr sz="2100" b="1">
          <a:solidFill>
            <a:schemeClr val="tx2"/>
          </a:solidFill>
          <a:latin typeface="맑은 고딕" pitchFamily="50" charset="-127"/>
          <a:ea typeface="맑은 고딕" pitchFamily="50" charset="-127"/>
        </a:defRPr>
      </a:lvl6pPr>
      <a:lvl7pPr marL="914400" algn="l" defTabSz="957263" rtl="0" fontAlgn="base">
        <a:spcBef>
          <a:spcPct val="0"/>
        </a:spcBef>
        <a:spcAft>
          <a:spcPct val="0"/>
        </a:spcAft>
        <a:defRPr sz="2100" b="1">
          <a:solidFill>
            <a:schemeClr val="tx2"/>
          </a:solidFill>
          <a:latin typeface="맑은 고딕" pitchFamily="50" charset="-127"/>
          <a:ea typeface="맑은 고딕" pitchFamily="50" charset="-127"/>
        </a:defRPr>
      </a:lvl7pPr>
      <a:lvl8pPr marL="1371600" algn="l" defTabSz="957263" rtl="0" fontAlgn="base">
        <a:spcBef>
          <a:spcPct val="0"/>
        </a:spcBef>
        <a:spcAft>
          <a:spcPct val="0"/>
        </a:spcAft>
        <a:defRPr sz="2100" b="1">
          <a:solidFill>
            <a:schemeClr val="tx2"/>
          </a:solidFill>
          <a:latin typeface="맑은 고딕" pitchFamily="50" charset="-127"/>
          <a:ea typeface="맑은 고딕" pitchFamily="50" charset="-127"/>
        </a:defRPr>
      </a:lvl8pPr>
      <a:lvl9pPr marL="1828800" algn="l" defTabSz="957263" rtl="0" fontAlgn="base">
        <a:spcBef>
          <a:spcPct val="0"/>
        </a:spcBef>
        <a:spcAft>
          <a:spcPct val="0"/>
        </a:spcAft>
        <a:defRPr sz="2100" b="1">
          <a:solidFill>
            <a:schemeClr val="tx2"/>
          </a:solidFill>
          <a:latin typeface="맑은 고딕" pitchFamily="50" charset="-127"/>
          <a:ea typeface="맑은 고딕" pitchFamily="50" charset="-127"/>
        </a:defRPr>
      </a:lvl9pPr>
    </p:titleStyle>
    <p:bodyStyle>
      <a:lvl1pPr marL="342900" indent="-342900" algn="l" defTabSz="957263" rtl="0" eaLnBrk="0" fontAlgn="base" hangingPunct="0">
        <a:spcBef>
          <a:spcPct val="0"/>
        </a:spcBef>
        <a:spcAft>
          <a:spcPct val="0"/>
        </a:spcAft>
        <a:buSzPct val="120000"/>
        <a:defRPr sz="1800">
          <a:solidFill>
            <a:schemeClr val="bg1"/>
          </a:solidFill>
          <a:latin typeface="+mn-ea"/>
          <a:ea typeface="+mn-ea"/>
          <a:cs typeface="+mn-cs"/>
        </a:defRPr>
      </a:lvl1pPr>
      <a:lvl2pPr marL="153988" indent="-152400" algn="l" defTabSz="957263" rtl="0" eaLnBrk="0" fontAlgn="base" hangingPunct="0">
        <a:spcBef>
          <a:spcPct val="0"/>
        </a:spcBef>
        <a:spcAft>
          <a:spcPct val="0"/>
        </a:spcAft>
        <a:buSzPct val="120000"/>
        <a:buChar char="•"/>
        <a:defRPr sz="1600">
          <a:solidFill>
            <a:schemeClr val="bg1"/>
          </a:solidFill>
          <a:latin typeface="+mn-ea"/>
          <a:ea typeface="+mn-ea"/>
        </a:defRPr>
      </a:lvl2pPr>
      <a:lvl3pPr marL="315913" indent="-160338" algn="l" defTabSz="957263" rtl="0" eaLnBrk="0" fontAlgn="base" hangingPunct="0">
        <a:spcBef>
          <a:spcPct val="0"/>
        </a:spcBef>
        <a:spcAft>
          <a:spcPct val="0"/>
        </a:spcAft>
        <a:buChar char="–"/>
        <a:defRPr sz="1500">
          <a:solidFill>
            <a:schemeClr val="bg1"/>
          </a:solidFill>
          <a:latin typeface="+mn-ea"/>
          <a:ea typeface="+mn-ea"/>
        </a:defRPr>
      </a:lvl3pPr>
      <a:lvl4pPr marL="461963" indent="-144463" algn="l" defTabSz="957263" rtl="0" eaLnBrk="0" fontAlgn="base" hangingPunct="0">
        <a:spcBef>
          <a:spcPct val="0"/>
        </a:spcBef>
        <a:spcAft>
          <a:spcPct val="0"/>
        </a:spcAft>
        <a:buSzPct val="89000"/>
        <a:buChar char="•"/>
        <a:defRPr sz="1500">
          <a:solidFill>
            <a:schemeClr val="bg1"/>
          </a:solidFill>
          <a:latin typeface="+mn-ea"/>
          <a:ea typeface="+mn-ea"/>
        </a:defRPr>
      </a:lvl4pPr>
      <a:lvl5pPr marL="622300" indent="-158750" algn="l" defTabSz="957263" rtl="0" eaLnBrk="0" fontAlgn="base" hangingPunct="0">
        <a:spcBef>
          <a:spcPct val="0"/>
        </a:spcBef>
        <a:spcAft>
          <a:spcPct val="0"/>
        </a:spcAft>
        <a:buSzPct val="75000"/>
        <a:buChar char="–"/>
        <a:defRPr sz="1500">
          <a:solidFill>
            <a:schemeClr val="bg1"/>
          </a:solidFill>
          <a:latin typeface="+mn-ea"/>
          <a:ea typeface="+mn-ea"/>
        </a:defRPr>
      </a:lvl5pPr>
      <a:lvl6pPr marL="1079500" indent="-158750" algn="l" defTabSz="957263" rtl="0" fontAlgn="base">
        <a:spcBef>
          <a:spcPct val="0"/>
        </a:spcBef>
        <a:spcAft>
          <a:spcPct val="0"/>
        </a:spcAft>
        <a:buSzPct val="75000"/>
        <a:buChar char="–"/>
        <a:defRPr sz="1500">
          <a:solidFill>
            <a:schemeClr val="tx1"/>
          </a:solidFill>
          <a:latin typeface="+mn-lt"/>
          <a:ea typeface="+mn-ea"/>
        </a:defRPr>
      </a:lvl6pPr>
      <a:lvl7pPr marL="1536700" indent="-158750" algn="l" defTabSz="957263" rtl="0" fontAlgn="base">
        <a:spcBef>
          <a:spcPct val="0"/>
        </a:spcBef>
        <a:spcAft>
          <a:spcPct val="0"/>
        </a:spcAft>
        <a:buSzPct val="75000"/>
        <a:buChar char="–"/>
        <a:defRPr sz="1500">
          <a:solidFill>
            <a:schemeClr val="tx1"/>
          </a:solidFill>
          <a:latin typeface="+mn-lt"/>
          <a:ea typeface="+mn-ea"/>
        </a:defRPr>
      </a:lvl7pPr>
      <a:lvl8pPr marL="1993900" indent="-158750" algn="l" defTabSz="957263" rtl="0" fontAlgn="base">
        <a:spcBef>
          <a:spcPct val="0"/>
        </a:spcBef>
        <a:spcAft>
          <a:spcPct val="0"/>
        </a:spcAft>
        <a:buSzPct val="75000"/>
        <a:buChar char="–"/>
        <a:defRPr sz="1500">
          <a:solidFill>
            <a:schemeClr val="tx1"/>
          </a:solidFill>
          <a:latin typeface="+mn-lt"/>
          <a:ea typeface="+mn-ea"/>
        </a:defRPr>
      </a:lvl8pPr>
      <a:lvl9pPr marL="2451100" indent="-158750" algn="l" defTabSz="957263" rtl="0" fontAlgn="base">
        <a:spcBef>
          <a:spcPct val="0"/>
        </a:spcBef>
        <a:spcAft>
          <a:spcPct val="0"/>
        </a:spcAft>
        <a:buSzPct val="75000"/>
        <a:buChar char="–"/>
        <a:defRPr sz="15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tx2">
                <a:lumMod val="50000"/>
              </a:schemeClr>
            </a:gs>
            <a:gs pos="100000">
              <a:schemeClr val="tx1"/>
            </a:gs>
          </a:gsLst>
          <a:lin ang="5400000" scaled="1"/>
          <a:tileRect/>
        </a:gra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84151" y="293688"/>
            <a:ext cx="11811000" cy="430212"/>
          </a:xfrm>
          <a:prstGeom prst="rect">
            <a:avLst/>
          </a:prstGeom>
          <a:solidFill>
            <a:schemeClr val="tx2">
              <a:lumMod val="50000"/>
            </a:schemeClr>
          </a:solidFill>
          <a:ln w="9525">
            <a:noFill/>
            <a:miter lim="800000"/>
            <a:headEnd/>
            <a:tailEnd/>
          </a:ln>
          <a:effectLst/>
        </p:spPr>
        <p:txBody>
          <a:bodyPr vert="horz" wrap="square" lIns="144000" tIns="0" rIns="0" bIns="0" numCol="1" anchor="ctr" anchorCtr="0" compatLnSpc="1">
            <a:prstTxWarp prst="textNoShape">
              <a:avLst/>
            </a:prstTxWarp>
            <a:noAutofit/>
          </a:bodyPr>
          <a:lstStyle/>
          <a:p>
            <a:pPr lvl="0"/>
            <a:r>
              <a:rPr lang="en-US" altLang="zh-CN" dirty="0"/>
              <a:t>Click to edit Master title style</a:t>
            </a:r>
          </a:p>
        </p:txBody>
      </p:sp>
      <p:sp>
        <p:nvSpPr>
          <p:cNvPr id="3075" name="Rectangle 3"/>
          <p:cNvSpPr>
            <a:spLocks noGrp="1" noChangeArrowheads="1"/>
          </p:cNvSpPr>
          <p:nvPr>
            <p:ph type="body" idx="1"/>
          </p:nvPr>
        </p:nvSpPr>
        <p:spPr bwMode="auto">
          <a:xfrm>
            <a:off x="315385" y="928688"/>
            <a:ext cx="11561233"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grpSp>
        <p:nvGrpSpPr>
          <p:cNvPr id="3076" name="McK Slide Elements"/>
          <p:cNvGrpSpPr>
            <a:grpSpLocks/>
          </p:cNvGrpSpPr>
          <p:nvPr/>
        </p:nvGrpSpPr>
        <p:grpSpPr bwMode="auto">
          <a:xfrm>
            <a:off x="165100" y="542925"/>
            <a:ext cx="11726333" cy="6288088"/>
            <a:chOff x="77" y="335"/>
            <a:chExt cx="5429" cy="3882"/>
          </a:xfrm>
        </p:grpSpPr>
        <p:sp>
          <p:nvSpPr>
            <p:cNvPr id="3078" name="McK Measure" hidden="1"/>
            <p:cNvSpPr txBox="1">
              <a:spLocks noChangeArrowheads="1"/>
            </p:cNvSpPr>
            <p:nvPr userDrawn="1"/>
          </p:nvSpPr>
          <p:spPr bwMode="auto">
            <a:xfrm>
              <a:off x="77" y="335"/>
              <a:ext cx="542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57263">
                <a:defRPr>
                  <a:solidFill>
                    <a:schemeClr val="tx1"/>
                  </a:solidFill>
                  <a:latin typeface="맑은 고딕" panose="020B0503020000020004" pitchFamily="50" charset="-127"/>
                  <a:ea typeface="맑은 고딕" panose="020B0503020000020004" pitchFamily="50" charset="-127"/>
                </a:defRPr>
              </a:lvl1pPr>
              <a:lvl2pPr marL="742950" indent="-285750" defTabSz="957263">
                <a:defRPr>
                  <a:solidFill>
                    <a:schemeClr val="tx1"/>
                  </a:solidFill>
                  <a:latin typeface="맑은 고딕" panose="020B0503020000020004" pitchFamily="50" charset="-127"/>
                  <a:ea typeface="맑은 고딕" panose="020B0503020000020004" pitchFamily="50" charset="-127"/>
                </a:defRPr>
              </a:lvl2pPr>
              <a:lvl3pPr marL="1143000" indent="-228600" defTabSz="957263">
                <a:defRPr>
                  <a:solidFill>
                    <a:schemeClr val="tx1"/>
                  </a:solidFill>
                  <a:latin typeface="맑은 고딕" panose="020B0503020000020004" pitchFamily="50" charset="-127"/>
                  <a:ea typeface="맑은 고딕" panose="020B0503020000020004" pitchFamily="50" charset="-127"/>
                </a:defRPr>
              </a:lvl3pPr>
              <a:lvl4pPr marL="1600200" indent="-228600" defTabSz="957263">
                <a:defRPr>
                  <a:solidFill>
                    <a:schemeClr val="tx1"/>
                  </a:solidFill>
                  <a:latin typeface="맑은 고딕" panose="020B0503020000020004" pitchFamily="50" charset="-127"/>
                  <a:ea typeface="맑은 고딕" panose="020B0503020000020004" pitchFamily="50" charset="-127"/>
                </a:defRPr>
              </a:lvl4pPr>
              <a:lvl5pPr marL="2057400" indent="-228600" defTabSz="957263">
                <a:defRPr>
                  <a:solidFill>
                    <a:schemeClr val="tx1"/>
                  </a:solidFill>
                  <a:latin typeface="맑은 고딕" panose="020B0503020000020004" pitchFamily="50" charset="-127"/>
                  <a:ea typeface="맑은 고딕" panose="020B0503020000020004" pitchFamily="50" charset="-127"/>
                </a:defRPr>
              </a:lvl5pPr>
              <a:lvl6pPr marL="2514600" indent="-228600" defTabSz="957263"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6pPr>
              <a:lvl7pPr marL="2971800" indent="-228600" defTabSz="957263"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7pPr>
              <a:lvl8pPr marL="3429000" indent="-228600" defTabSz="957263"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8pPr>
              <a:lvl9pPr marL="3886200" indent="-228600" defTabSz="957263" fontAlgn="base">
                <a:spcBef>
                  <a:spcPct val="0"/>
                </a:spcBef>
                <a:spcAft>
                  <a:spcPct val="0"/>
                </a:spcAft>
                <a:defRPr>
                  <a:solidFill>
                    <a:schemeClr val="tx1"/>
                  </a:solidFill>
                  <a:latin typeface="맑은 고딕" panose="020B0503020000020004" pitchFamily="50" charset="-127"/>
                  <a:ea typeface="맑은 고딕" panose="020B0503020000020004" pitchFamily="50" charset="-127"/>
                </a:defRPr>
              </a:lvl9pPr>
            </a:lstStyle>
            <a:p>
              <a:pPr marL="0" marR="0" lvl="0" indent="0" algn="l" defTabSz="957263" rtl="0" eaLnBrk="1" fontAlgn="base" latinLnBrk="1" hangingPunct="1">
                <a:lnSpc>
                  <a:spcPct val="100000"/>
                </a:lnSpc>
                <a:spcBef>
                  <a:spcPct val="0"/>
                </a:spcBef>
                <a:spcAft>
                  <a:spcPct val="0"/>
                </a:spcAft>
                <a:buClrTx/>
                <a:buSzTx/>
                <a:buFontTx/>
                <a:buNone/>
                <a:tabLst/>
                <a:defRPr/>
              </a:pPr>
              <a:r>
                <a:rPr kumimoji="0" lang="en-US" altLang="zh-CN" sz="17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Unit of measure</a:t>
              </a:r>
            </a:p>
          </p:txBody>
        </p:sp>
        <p:sp>
          <p:nvSpPr>
            <p:cNvPr id="3079" name="McK Footnote" hidden="1"/>
            <p:cNvSpPr txBox="1">
              <a:spLocks noChangeArrowheads="1"/>
            </p:cNvSpPr>
            <p:nvPr userDrawn="1"/>
          </p:nvSpPr>
          <p:spPr bwMode="auto">
            <a:xfrm>
              <a:off x="79" y="3841"/>
              <a:ext cx="514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marL="614363" indent="-614363" defTabSz="957263">
                <a:tabLst>
                  <a:tab pos="569913" algn="r"/>
                </a:tabLst>
                <a:defRPr>
                  <a:solidFill>
                    <a:schemeClr val="tx1"/>
                  </a:solidFill>
                  <a:latin typeface="맑은 고딕" panose="020B0503020000020004" pitchFamily="50" charset="-127"/>
                  <a:ea typeface="맑은 고딕" panose="020B0503020000020004" pitchFamily="50" charset="-127"/>
                </a:defRPr>
              </a:lvl1pPr>
              <a:lvl2pPr marL="742950" indent="-285750" defTabSz="957263">
                <a:tabLst>
                  <a:tab pos="569913" algn="r"/>
                </a:tabLst>
                <a:defRPr>
                  <a:solidFill>
                    <a:schemeClr val="tx1"/>
                  </a:solidFill>
                  <a:latin typeface="맑은 고딕" panose="020B0503020000020004" pitchFamily="50" charset="-127"/>
                  <a:ea typeface="맑은 고딕" panose="020B0503020000020004" pitchFamily="50" charset="-127"/>
                </a:defRPr>
              </a:lvl2pPr>
              <a:lvl3pPr marL="1143000" indent="-228600" defTabSz="957263">
                <a:tabLst>
                  <a:tab pos="569913" algn="r"/>
                </a:tabLst>
                <a:defRPr>
                  <a:solidFill>
                    <a:schemeClr val="tx1"/>
                  </a:solidFill>
                  <a:latin typeface="맑은 고딕" panose="020B0503020000020004" pitchFamily="50" charset="-127"/>
                  <a:ea typeface="맑은 고딕" panose="020B0503020000020004" pitchFamily="50" charset="-127"/>
                </a:defRPr>
              </a:lvl3pPr>
              <a:lvl4pPr marL="1600200" indent="-228600" defTabSz="957263">
                <a:tabLst>
                  <a:tab pos="569913" algn="r"/>
                </a:tabLst>
                <a:defRPr>
                  <a:solidFill>
                    <a:schemeClr val="tx1"/>
                  </a:solidFill>
                  <a:latin typeface="맑은 고딕" panose="020B0503020000020004" pitchFamily="50" charset="-127"/>
                  <a:ea typeface="맑은 고딕" panose="020B0503020000020004" pitchFamily="50" charset="-127"/>
                </a:defRPr>
              </a:lvl4pPr>
              <a:lvl5pPr marL="2057400" indent="-228600" defTabSz="957263">
                <a:tabLst>
                  <a:tab pos="569913" algn="r"/>
                </a:tabLst>
                <a:defRPr>
                  <a:solidFill>
                    <a:schemeClr val="tx1"/>
                  </a:solidFill>
                  <a:latin typeface="맑은 고딕" panose="020B0503020000020004" pitchFamily="50" charset="-127"/>
                  <a:ea typeface="맑은 고딕" panose="020B0503020000020004" pitchFamily="50" charset="-127"/>
                </a:defRPr>
              </a:lvl5pPr>
              <a:lvl6pPr marL="2514600" indent="-228600" defTabSz="957263" fontAlgn="base">
                <a:spcBef>
                  <a:spcPct val="0"/>
                </a:spcBef>
                <a:spcAft>
                  <a:spcPct val="0"/>
                </a:spcAft>
                <a:tabLst>
                  <a:tab pos="569913" algn="r"/>
                </a:tabLst>
                <a:defRPr>
                  <a:solidFill>
                    <a:schemeClr val="tx1"/>
                  </a:solidFill>
                  <a:latin typeface="맑은 고딕" panose="020B0503020000020004" pitchFamily="50" charset="-127"/>
                  <a:ea typeface="맑은 고딕" panose="020B0503020000020004" pitchFamily="50" charset="-127"/>
                </a:defRPr>
              </a:lvl6pPr>
              <a:lvl7pPr marL="2971800" indent="-228600" defTabSz="957263" fontAlgn="base">
                <a:spcBef>
                  <a:spcPct val="0"/>
                </a:spcBef>
                <a:spcAft>
                  <a:spcPct val="0"/>
                </a:spcAft>
                <a:tabLst>
                  <a:tab pos="569913" algn="r"/>
                </a:tabLst>
                <a:defRPr>
                  <a:solidFill>
                    <a:schemeClr val="tx1"/>
                  </a:solidFill>
                  <a:latin typeface="맑은 고딕" panose="020B0503020000020004" pitchFamily="50" charset="-127"/>
                  <a:ea typeface="맑은 고딕" panose="020B0503020000020004" pitchFamily="50" charset="-127"/>
                </a:defRPr>
              </a:lvl7pPr>
              <a:lvl8pPr marL="3429000" indent="-228600" defTabSz="957263" fontAlgn="base">
                <a:spcBef>
                  <a:spcPct val="0"/>
                </a:spcBef>
                <a:spcAft>
                  <a:spcPct val="0"/>
                </a:spcAft>
                <a:tabLst>
                  <a:tab pos="569913" algn="r"/>
                </a:tabLst>
                <a:defRPr>
                  <a:solidFill>
                    <a:schemeClr val="tx1"/>
                  </a:solidFill>
                  <a:latin typeface="맑은 고딕" panose="020B0503020000020004" pitchFamily="50" charset="-127"/>
                  <a:ea typeface="맑은 고딕" panose="020B0503020000020004" pitchFamily="50" charset="-127"/>
                </a:defRPr>
              </a:lvl8pPr>
              <a:lvl9pPr marL="3886200" indent="-228600" defTabSz="957263" fontAlgn="base">
                <a:spcBef>
                  <a:spcPct val="0"/>
                </a:spcBef>
                <a:spcAft>
                  <a:spcPct val="0"/>
                </a:spcAft>
                <a:tabLst>
                  <a:tab pos="569913" algn="r"/>
                </a:tabLst>
                <a:defRPr>
                  <a:solidFill>
                    <a:schemeClr val="tx1"/>
                  </a:solidFill>
                  <a:latin typeface="맑은 고딕" panose="020B0503020000020004" pitchFamily="50" charset="-127"/>
                  <a:ea typeface="맑은 고딕" panose="020B0503020000020004" pitchFamily="50" charset="-127"/>
                </a:defRPr>
              </a:lvl9pPr>
            </a:lstStyle>
            <a:p>
              <a:pPr marL="614363" marR="0" lvl="0" indent="-614363" algn="l" defTabSz="957263" rtl="0" eaLnBrk="1" fontAlgn="base" latinLnBrk="1" hangingPunct="1">
                <a:lnSpc>
                  <a:spcPct val="100000"/>
                </a:lnSpc>
                <a:spcBef>
                  <a:spcPct val="0"/>
                </a:spcBef>
                <a:spcAft>
                  <a:spcPct val="0"/>
                </a:spcAft>
                <a:buClrTx/>
                <a:buSzTx/>
                <a:buFontTx/>
                <a:buNone/>
                <a:tabLst>
                  <a:tab pos="569913" algn="r"/>
                </a:tabLst>
                <a:defRPr/>
              </a:pPr>
              <a:r>
                <a:rPr kumimoji="0" lang="zh-CN" altLang="en-US" sz="18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	*	</a:t>
              </a:r>
              <a:r>
                <a:rPr kumimoji="0" lang="en-US" altLang="zh-CN" sz="18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Footnote</a:t>
              </a:r>
            </a:p>
            <a:p>
              <a:pPr marL="614363" marR="0" lvl="0" indent="-614363" algn="l" defTabSz="957263" rtl="0" eaLnBrk="1" fontAlgn="base" latinLnBrk="1" hangingPunct="1">
                <a:lnSpc>
                  <a:spcPct val="100000"/>
                </a:lnSpc>
                <a:spcBef>
                  <a:spcPct val="20000"/>
                </a:spcBef>
                <a:spcAft>
                  <a:spcPct val="0"/>
                </a:spcAft>
                <a:buClrTx/>
                <a:buSzTx/>
                <a:buFontTx/>
                <a:buNone/>
                <a:tabLst>
                  <a:tab pos="569913" algn="r"/>
                </a:tabLst>
                <a:defRPr/>
              </a:pPr>
              <a:r>
                <a:rPr kumimoji="0" lang="en-US" altLang="zh-CN" sz="1800" b="0" i="0" u="none" strike="noStrike" kern="1200" cap="none" spc="0" normalizeH="0" baseline="0" noProof="0">
                  <a:ln>
                    <a:noFill/>
                  </a:ln>
                  <a:solidFill>
                    <a:srgbClr val="000000"/>
                  </a:solidFill>
                  <a:effectLst/>
                  <a:uLnTx/>
                  <a:uFillTx/>
                  <a:latin typeface="맑은 고딕" panose="020B0503020000020004" pitchFamily="50" charset="-127"/>
                  <a:ea typeface="맑은 고딕" panose="020B0503020000020004" pitchFamily="50" charset="-127"/>
                  <a:cs typeface="+mn-cs"/>
                </a:rPr>
                <a:t>Source:		Source</a:t>
              </a:r>
            </a:p>
          </p:txBody>
        </p:sp>
      </p:grpSp>
      <p:sp>
        <p:nvSpPr>
          <p:cNvPr id="3077" name="Rectangle 190"/>
          <p:cNvSpPr>
            <a:spLocks noChangeArrowheads="1"/>
          </p:cNvSpPr>
          <p:nvPr>
            <p:custDataLst>
              <p:tags r:id="rId5"/>
            </p:custDataLst>
          </p:nvPr>
        </p:nvSpPr>
        <p:spPr bwMode="auto">
          <a:xfrm>
            <a:off x="4779433" y="6545263"/>
            <a:ext cx="264160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955675">
              <a:defRPr kumimoji="1">
                <a:solidFill>
                  <a:schemeClr val="tx1"/>
                </a:solidFill>
                <a:latin typeface="맑은 고딕" panose="020B0503020000020004" pitchFamily="50" charset="-127"/>
                <a:ea typeface="굴림" panose="020B0600000101010101" pitchFamily="50" charset="-127"/>
              </a:defRPr>
            </a:lvl1pPr>
            <a:lvl2pPr marL="742950" indent="-285750" defTabSz="955675">
              <a:defRPr kumimoji="1">
                <a:solidFill>
                  <a:schemeClr val="tx1"/>
                </a:solidFill>
                <a:latin typeface="맑은 고딕" panose="020B0503020000020004" pitchFamily="50" charset="-127"/>
                <a:ea typeface="굴림" panose="020B0600000101010101" pitchFamily="50" charset="-127"/>
              </a:defRPr>
            </a:lvl2pPr>
            <a:lvl3pPr marL="1143000" indent="-228600" defTabSz="955675">
              <a:defRPr kumimoji="1">
                <a:solidFill>
                  <a:schemeClr val="tx1"/>
                </a:solidFill>
                <a:latin typeface="맑은 고딕" panose="020B0503020000020004" pitchFamily="50" charset="-127"/>
                <a:ea typeface="굴림" panose="020B0600000101010101" pitchFamily="50" charset="-127"/>
              </a:defRPr>
            </a:lvl3pPr>
            <a:lvl4pPr marL="1600200" indent="-228600" defTabSz="955675">
              <a:defRPr kumimoji="1">
                <a:solidFill>
                  <a:schemeClr val="tx1"/>
                </a:solidFill>
                <a:latin typeface="맑은 고딕" panose="020B0503020000020004" pitchFamily="50" charset="-127"/>
                <a:ea typeface="굴림" panose="020B0600000101010101" pitchFamily="50" charset="-127"/>
              </a:defRPr>
            </a:lvl4pPr>
            <a:lvl5pPr marL="2057400" indent="-228600" defTabSz="955675">
              <a:defRPr kumimoji="1">
                <a:solidFill>
                  <a:schemeClr val="tx1"/>
                </a:solidFill>
                <a:latin typeface="맑은 고딕" panose="020B0503020000020004" pitchFamily="50" charset="-127"/>
                <a:ea typeface="굴림" panose="020B0600000101010101" pitchFamily="50" charset="-127"/>
              </a:defRPr>
            </a:lvl5pPr>
            <a:lvl6pPr marL="2514600" indent="-228600" defTabSz="955675" eaLnBrk="0" fontAlgn="base" hangingPunct="0">
              <a:spcBef>
                <a:spcPct val="0"/>
              </a:spcBef>
              <a:spcAft>
                <a:spcPct val="0"/>
              </a:spcAft>
              <a:defRPr kumimoji="1">
                <a:solidFill>
                  <a:schemeClr val="tx1"/>
                </a:solidFill>
                <a:latin typeface="맑은 고딕" panose="020B0503020000020004" pitchFamily="50" charset="-127"/>
                <a:ea typeface="굴림" panose="020B0600000101010101" pitchFamily="50" charset="-127"/>
              </a:defRPr>
            </a:lvl6pPr>
            <a:lvl7pPr marL="2971800" indent="-228600" defTabSz="955675" eaLnBrk="0" fontAlgn="base" hangingPunct="0">
              <a:spcBef>
                <a:spcPct val="0"/>
              </a:spcBef>
              <a:spcAft>
                <a:spcPct val="0"/>
              </a:spcAft>
              <a:defRPr kumimoji="1">
                <a:solidFill>
                  <a:schemeClr val="tx1"/>
                </a:solidFill>
                <a:latin typeface="맑은 고딕" panose="020B0503020000020004" pitchFamily="50" charset="-127"/>
                <a:ea typeface="굴림" panose="020B0600000101010101" pitchFamily="50" charset="-127"/>
              </a:defRPr>
            </a:lvl7pPr>
            <a:lvl8pPr marL="3429000" indent="-228600" defTabSz="955675" eaLnBrk="0" fontAlgn="base" hangingPunct="0">
              <a:spcBef>
                <a:spcPct val="0"/>
              </a:spcBef>
              <a:spcAft>
                <a:spcPct val="0"/>
              </a:spcAft>
              <a:defRPr kumimoji="1">
                <a:solidFill>
                  <a:schemeClr val="tx1"/>
                </a:solidFill>
                <a:latin typeface="맑은 고딕" panose="020B0503020000020004" pitchFamily="50" charset="-127"/>
                <a:ea typeface="굴림" panose="020B0600000101010101" pitchFamily="50" charset="-127"/>
              </a:defRPr>
            </a:lvl8pPr>
            <a:lvl9pPr marL="3886200" indent="-228600" defTabSz="955675" eaLnBrk="0" fontAlgn="base" hangingPunct="0">
              <a:spcBef>
                <a:spcPct val="0"/>
              </a:spcBef>
              <a:spcAft>
                <a:spcPct val="0"/>
              </a:spcAft>
              <a:defRPr kumimoji="1">
                <a:solidFill>
                  <a:schemeClr val="tx1"/>
                </a:solidFill>
                <a:latin typeface="맑은 고딕" panose="020B0503020000020004" pitchFamily="50" charset="-127"/>
                <a:ea typeface="굴림" panose="020B0600000101010101" pitchFamily="50" charset="-127"/>
              </a:defRPr>
            </a:lvl9pPr>
          </a:lstStyle>
          <a:p>
            <a:pPr marL="0" marR="0" lvl="0" indent="0" algn="ctr" defTabSz="955675" rtl="0" eaLnBrk="0" fontAlgn="base" latinLnBrk="1" hangingPunct="0">
              <a:lnSpc>
                <a:spcPct val="10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0253F"/>
                </a:solidFill>
                <a:effectLst/>
                <a:uLnTx/>
                <a:uFillTx/>
                <a:latin typeface="맑은 고딕" panose="020B0503020000020004" pitchFamily="50" charset="-127"/>
                <a:ea typeface="맑은 고딕" panose="020B0503020000020004" pitchFamily="50" charset="-127"/>
                <a:cs typeface="+mn-cs"/>
              </a:rPr>
              <a:t>&lt; </a:t>
            </a:r>
            <a:fld id="{E9CEEDEF-D18B-4670-8D43-EAAABE28C086}" type="slidenum">
              <a:rPr kumimoji="0" lang="en-US" altLang="ko-KR" sz="1100" b="1" i="0" u="none" strike="noStrike" kern="1200" cap="none" spc="0" normalizeH="0" baseline="0" noProof="0" smtClean="0">
                <a:ln>
                  <a:noFill/>
                </a:ln>
                <a:solidFill>
                  <a:srgbClr val="10253F"/>
                </a:solidFill>
                <a:effectLst/>
                <a:uLnTx/>
                <a:uFillTx/>
                <a:latin typeface="맑은 고딕" panose="020B0503020000020004" pitchFamily="50" charset="-127"/>
                <a:ea typeface="맑은 고딕" panose="020B0503020000020004" pitchFamily="50" charset="-127"/>
                <a:cs typeface="+mn-cs"/>
              </a:rPr>
              <a:pPr marL="0" marR="0" lvl="0" indent="0" algn="ctr" defTabSz="955675" rtl="0" eaLnBrk="0" fontAlgn="base" latinLnBrk="1" hangingPunct="0">
                <a:lnSpc>
                  <a:spcPct val="100000"/>
                </a:lnSpc>
                <a:spcBef>
                  <a:spcPct val="0"/>
                </a:spcBef>
                <a:spcAft>
                  <a:spcPct val="0"/>
                </a:spcAft>
                <a:buClrTx/>
                <a:buSzTx/>
                <a:buFontTx/>
                <a:buNone/>
                <a:tabLst/>
                <a:defRPr/>
              </a:pPr>
              <a:t>‹#›</a:t>
            </a:fld>
            <a:r>
              <a:rPr kumimoji="0" lang="en-US" altLang="ko-KR" sz="1100" b="1" i="0" u="none" strike="noStrike" kern="1200" cap="none" spc="0" normalizeH="0" baseline="0" noProof="0">
                <a:ln>
                  <a:noFill/>
                </a:ln>
                <a:solidFill>
                  <a:srgbClr val="10253F"/>
                </a:solidFill>
                <a:effectLst/>
                <a:uLnTx/>
                <a:uFillTx/>
                <a:latin typeface="맑은 고딕" panose="020B0503020000020004" pitchFamily="50" charset="-127"/>
                <a:ea typeface="맑은 고딕" panose="020B0503020000020004" pitchFamily="50" charset="-127"/>
                <a:cs typeface="+mn-cs"/>
              </a:rPr>
              <a:t> &gt;</a:t>
            </a:r>
          </a:p>
        </p:txBody>
      </p:sp>
    </p:spTree>
    <p:extLst>
      <p:ext uri="{BB962C8B-B14F-4D97-AF65-F5344CB8AC3E}">
        <p14:creationId xmlns:p14="http://schemas.microsoft.com/office/powerpoint/2010/main" val="317673704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xStyles>
    <p:titleStyle>
      <a:lvl1pPr algn="l" defTabSz="957263" rtl="0" eaLnBrk="0" fontAlgn="base" hangingPunct="0">
        <a:spcBef>
          <a:spcPct val="0"/>
        </a:spcBef>
        <a:spcAft>
          <a:spcPct val="0"/>
        </a:spcAft>
        <a:defRPr sz="2100" b="1">
          <a:solidFill>
            <a:schemeClr val="bg1"/>
          </a:solidFill>
          <a:latin typeface="+mn-ea"/>
          <a:ea typeface="+mn-ea"/>
          <a:cs typeface="+mj-cs"/>
        </a:defRPr>
      </a:lvl1pPr>
      <a:lvl2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2pPr>
      <a:lvl3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3pPr>
      <a:lvl4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4pPr>
      <a:lvl5pPr algn="l" defTabSz="957263" rtl="0" eaLnBrk="0" fontAlgn="base" hangingPunct="0">
        <a:spcBef>
          <a:spcPct val="0"/>
        </a:spcBef>
        <a:spcAft>
          <a:spcPct val="0"/>
        </a:spcAft>
        <a:defRPr sz="2100" b="1">
          <a:solidFill>
            <a:schemeClr val="bg1"/>
          </a:solidFill>
          <a:latin typeface="맑은 고딕" pitchFamily="50" charset="-127"/>
          <a:ea typeface="맑은 고딕" pitchFamily="50" charset="-127"/>
        </a:defRPr>
      </a:lvl5pPr>
      <a:lvl6pPr marL="457200" algn="l" defTabSz="957263" rtl="0" fontAlgn="base">
        <a:spcBef>
          <a:spcPct val="0"/>
        </a:spcBef>
        <a:spcAft>
          <a:spcPct val="0"/>
        </a:spcAft>
        <a:defRPr sz="2100" b="1">
          <a:solidFill>
            <a:schemeClr val="tx2"/>
          </a:solidFill>
          <a:latin typeface="맑은 고딕" pitchFamily="50" charset="-127"/>
          <a:ea typeface="맑은 고딕" pitchFamily="50" charset="-127"/>
        </a:defRPr>
      </a:lvl6pPr>
      <a:lvl7pPr marL="914400" algn="l" defTabSz="957263" rtl="0" fontAlgn="base">
        <a:spcBef>
          <a:spcPct val="0"/>
        </a:spcBef>
        <a:spcAft>
          <a:spcPct val="0"/>
        </a:spcAft>
        <a:defRPr sz="2100" b="1">
          <a:solidFill>
            <a:schemeClr val="tx2"/>
          </a:solidFill>
          <a:latin typeface="맑은 고딕" pitchFamily="50" charset="-127"/>
          <a:ea typeface="맑은 고딕" pitchFamily="50" charset="-127"/>
        </a:defRPr>
      </a:lvl7pPr>
      <a:lvl8pPr marL="1371600" algn="l" defTabSz="957263" rtl="0" fontAlgn="base">
        <a:spcBef>
          <a:spcPct val="0"/>
        </a:spcBef>
        <a:spcAft>
          <a:spcPct val="0"/>
        </a:spcAft>
        <a:defRPr sz="2100" b="1">
          <a:solidFill>
            <a:schemeClr val="tx2"/>
          </a:solidFill>
          <a:latin typeface="맑은 고딕" pitchFamily="50" charset="-127"/>
          <a:ea typeface="맑은 고딕" pitchFamily="50" charset="-127"/>
        </a:defRPr>
      </a:lvl8pPr>
      <a:lvl9pPr marL="1828800" algn="l" defTabSz="957263" rtl="0" fontAlgn="base">
        <a:spcBef>
          <a:spcPct val="0"/>
        </a:spcBef>
        <a:spcAft>
          <a:spcPct val="0"/>
        </a:spcAft>
        <a:defRPr sz="2100" b="1">
          <a:solidFill>
            <a:schemeClr val="tx2"/>
          </a:solidFill>
          <a:latin typeface="맑은 고딕" pitchFamily="50" charset="-127"/>
          <a:ea typeface="맑은 고딕" pitchFamily="50" charset="-127"/>
        </a:defRPr>
      </a:lvl9pPr>
    </p:titleStyle>
    <p:bodyStyle>
      <a:lvl1pPr marL="342900" indent="-342900" algn="l" defTabSz="957263" rtl="0" eaLnBrk="0" fontAlgn="base" hangingPunct="0">
        <a:spcBef>
          <a:spcPct val="0"/>
        </a:spcBef>
        <a:spcAft>
          <a:spcPct val="0"/>
        </a:spcAft>
        <a:buSzPct val="120000"/>
        <a:defRPr sz="1500">
          <a:solidFill>
            <a:schemeClr val="bg1"/>
          </a:solidFill>
          <a:latin typeface="+mn-ea"/>
          <a:ea typeface="+mn-ea"/>
          <a:cs typeface="+mn-cs"/>
        </a:defRPr>
      </a:lvl1pPr>
      <a:lvl2pPr marL="153988" indent="-152400" algn="l" defTabSz="957263" rtl="0" eaLnBrk="0" fontAlgn="base" hangingPunct="0">
        <a:spcBef>
          <a:spcPct val="0"/>
        </a:spcBef>
        <a:spcAft>
          <a:spcPct val="0"/>
        </a:spcAft>
        <a:buSzPct val="120000"/>
        <a:buChar char="•"/>
        <a:defRPr sz="1500">
          <a:solidFill>
            <a:schemeClr val="bg1"/>
          </a:solidFill>
          <a:latin typeface="+mn-ea"/>
          <a:ea typeface="+mn-ea"/>
        </a:defRPr>
      </a:lvl2pPr>
      <a:lvl3pPr marL="315913" indent="-160338" algn="l" defTabSz="957263" rtl="0" eaLnBrk="0" fontAlgn="base" hangingPunct="0">
        <a:spcBef>
          <a:spcPct val="0"/>
        </a:spcBef>
        <a:spcAft>
          <a:spcPct val="0"/>
        </a:spcAft>
        <a:buChar char="–"/>
        <a:defRPr sz="1500">
          <a:solidFill>
            <a:schemeClr val="bg1"/>
          </a:solidFill>
          <a:latin typeface="+mn-ea"/>
          <a:ea typeface="+mn-ea"/>
        </a:defRPr>
      </a:lvl3pPr>
      <a:lvl4pPr marL="461963" indent="-144463" algn="l" defTabSz="957263" rtl="0" eaLnBrk="0" fontAlgn="base" hangingPunct="0">
        <a:spcBef>
          <a:spcPct val="0"/>
        </a:spcBef>
        <a:spcAft>
          <a:spcPct val="0"/>
        </a:spcAft>
        <a:buSzPct val="89000"/>
        <a:buChar char="•"/>
        <a:defRPr sz="1500">
          <a:solidFill>
            <a:schemeClr val="bg1"/>
          </a:solidFill>
          <a:latin typeface="+mn-ea"/>
          <a:ea typeface="+mn-ea"/>
        </a:defRPr>
      </a:lvl4pPr>
      <a:lvl5pPr marL="622300" indent="-158750" algn="l" defTabSz="957263" rtl="0" eaLnBrk="0" fontAlgn="base" hangingPunct="0">
        <a:spcBef>
          <a:spcPct val="0"/>
        </a:spcBef>
        <a:spcAft>
          <a:spcPct val="0"/>
        </a:spcAft>
        <a:buSzPct val="75000"/>
        <a:buChar char="–"/>
        <a:defRPr sz="1500">
          <a:solidFill>
            <a:schemeClr val="bg1"/>
          </a:solidFill>
          <a:latin typeface="+mn-ea"/>
          <a:ea typeface="+mn-ea"/>
        </a:defRPr>
      </a:lvl5pPr>
      <a:lvl6pPr marL="1079500" indent="-158750" algn="l" defTabSz="957263" rtl="0" fontAlgn="base">
        <a:spcBef>
          <a:spcPct val="0"/>
        </a:spcBef>
        <a:spcAft>
          <a:spcPct val="0"/>
        </a:spcAft>
        <a:buSzPct val="75000"/>
        <a:buChar char="–"/>
        <a:defRPr sz="1500">
          <a:solidFill>
            <a:schemeClr val="tx1"/>
          </a:solidFill>
          <a:latin typeface="+mn-lt"/>
          <a:ea typeface="+mn-ea"/>
        </a:defRPr>
      </a:lvl6pPr>
      <a:lvl7pPr marL="1536700" indent="-158750" algn="l" defTabSz="957263" rtl="0" fontAlgn="base">
        <a:spcBef>
          <a:spcPct val="0"/>
        </a:spcBef>
        <a:spcAft>
          <a:spcPct val="0"/>
        </a:spcAft>
        <a:buSzPct val="75000"/>
        <a:buChar char="–"/>
        <a:defRPr sz="1500">
          <a:solidFill>
            <a:schemeClr val="tx1"/>
          </a:solidFill>
          <a:latin typeface="+mn-lt"/>
          <a:ea typeface="+mn-ea"/>
        </a:defRPr>
      </a:lvl7pPr>
      <a:lvl8pPr marL="1993900" indent="-158750" algn="l" defTabSz="957263" rtl="0" fontAlgn="base">
        <a:spcBef>
          <a:spcPct val="0"/>
        </a:spcBef>
        <a:spcAft>
          <a:spcPct val="0"/>
        </a:spcAft>
        <a:buSzPct val="75000"/>
        <a:buChar char="–"/>
        <a:defRPr sz="1500">
          <a:solidFill>
            <a:schemeClr val="tx1"/>
          </a:solidFill>
          <a:latin typeface="+mn-lt"/>
          <a:ea typeface="+mn-ea"/>
        </a:defRPr>
      </a:lvl8pPr>
      <a:lvl9pPr marL="2451100" indent="-158750" algn="l" defTabSz="957263" rtl="0" fontAlgn="base">
        <a:spcBef>
          <a:spcPct val="0"/>
        </a:spcBef>
        <a:spcAft>
          <a:spcPct val="0"/>
        </a:spcAft>
        <a:buSzPct val="75000"/>
        <a:buChar char="–"/>
        <a:defRPr sz="15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14019" y="5082446"/>
            <a:ext cx="11085830" cy="551433"/>
          </a:xfrm>
          <a:prstGeom prst="rect">
            <a:avLst/>
          </a:prstGeom>
        </p:spPr>
        <p:txBody>
          <a:bodyPr vert="horz" wrap="square" lIns="0" tIns="0" rIns="0" bIns="0" rtlCol="0">
            <a:spAutoFit/>
          </a:bodyPr>
          <a:lstStyle/>
          <a:p>
            <a:pPr marL="12700">
              <a:lnSpc>
                <a:spcPts val="4315"/>
              </a:lnSpc>
            </a:pPr>
            <a:r>
              <a:rPr lang="en-US" altLang="ko-KR" sz="3600" b="1" spc="-60" dirty="0">
                <a:solidFill>
                  <a:srgbClr val="FFFFFF"/>
                </a:solidFill>
                <a:latin typeface="+mj-lt"/>
                <a:cs typeface="Calibri Light"/>
              </a:rPr>
              <a:t>25.4.24 </a:t>
            </a:r>
            <a:r>
              <a:rPr lang="ko-KR" altLang="en-US" sz="3600" b="1" spc="-60" dirty="0">
                <a:solidFill>
                  <a:srgbClr val="FFFFFF"/>
                </a:solidFill>
                <a:latin typeface="+mj-lt"/>
                <a:cs typeface="Calibri Light"/>
              </a:rPr>
              <a:t>세미나</a:t>
            </a:r>
            <a:endParaRPr lang="en-US" sz="3600" b="1" dirty="0">
              <a:latin typeface="+mj-lt"/>
              <a:cs typeface="Calibri Light"/>
            </a:endParaRPr>
          </a:p>
        </p:txBody>
      </p:sp>
      <p:sp>
        <p:nvSpPr>
          <p:cNvPr id="5" name="object 5"/>
          <p:cNvSpPr/>
          <p:nvPr/>
        </p:nvSpPr>
        <p:spPr>
          <a:xfrm>
            <a:off x="-9331" y="-17770"/>
            <a:ext cx="12191999" cy="4978908"/>
          </a:xfrm>
          <a:prstGeom prst="rect">
            <a:avLst/>
          </a:prstGeom>
          <a:blipFill>
            <a:blip r:embed="rId3" cstate="print"/>
            <a:stretch>
              <a:fillRect/>
            </a:stretch>
          </a:blipFill>
        </p:spPr>
        <p:txBody>
          <a:bodyPr wrap="square" lIns="0" tIns="0" rIns="0" bIns="0" rtlCol="0"/>
          <a:lstStyle/>
          <a:p>
            <a:endParaRPr/>
          </a:p>
        </p:txBody>
      </p:sp>
      <p:sp>
        <p:nvSpPr>
          <p:cNvPr id="8" name="부제목 2"/>
          <p:cNvSpPr txBox="1">
            <a:spLocks/>
          </p:cNvSpPr>
          <p:nvPr/>
        </p:nvSpPr>
        <p:spPr>
          <a:xfrm>
            <a:off x="8309229" y="5430857"/>
            <a:ext cx="5699125" cy="1099684"/>
          </a:xfrm>
          <a:prstGeom prst="rect">
            <a:avLst/>
          </a:prstGeom>
        </p:spPr>
        <p:txBody>
          <a:bodyPr/>
          <a:lstStyle>
            <a:lvl1pPr marL="342900" indent="-342900" algn="l" defTabSz="957263" rtl="0" eaLnBrk="0" fontAlgn="base" hangingPunct="0">
              <a:spcBef>
                <a:spcPct val="0"/>
              </a:spcBef>
              <a:spcAft>
                <a:spcPct val="0"/>
              </a:spcAft>
              <a:buSzPct val="120000"/>
              <a:defRPr sz="1500">
                <a:solidFill>
                  <a:schemeClr val="bg1"/>
                </a:solidFill>
                <a:latin typeface="+mn-ea"/>
                <a:ea typeface="+mn-ea"/>
                <a:cs typeface="+mn-cs"/>
              </a:defRPr>
            </a:lvl1pPr>
            <a:lvl2pPr marL="153988" indent="-152400" algn="l" defTabSz="957263" rtl="0" eaLnBrk="0" fontAlgn="base" hangingPunct="0">
              <a:spcBef>
                <a:spcPct val="0"/>
              </a:spcBef>
              <a:spcAft>
                <a:spcPct val="0"/>
              </a:spcAft>
              <a:buSzPct val="120000"/>
              <a:buChar char="•"/>
              <a:defRPr sz="1500">
                <a:solidFill>
                  <a:schemeClr val="bg1"/>
                </a:solidFill>
                <a:latin typeface="+mn-ea"/>
                <a:ea typeface="+mn-ea"/>
              </a:defRPr>
            </a:lvl2pPr>
            <a:lvl3pPr marL="315913" indent="-160338" algn="l" defTabSz="957263" rtl="0" eaLnBrk="0" fontAlgn="base" hangingPunct="0">
              <a:spcBef>
                <a:spcPct val="0"/>
              </a:spcBef>
              <a:spcAft>
                <a:spcPct val="0"/>
              </a:spcAft>
              <a:buChar char="–"/>
              <a:defRPr sz="1500">
                <a:solidFill>
                  <a:schemeClr val="bg1"/>
                </a:solidFill>
                <a:latin typeface="+mn-ea"/>
                <a:ea typeface="+mn-ea"/>
              </a:defRPr>
            </a:lvl3pPr>
            <a:lvl4pPr marL="461963" indent="-144463" algn="l" defTabSz="957263" rtl="0" eaLnBrk="0" fontAlgn="base" hangingPunct="0">
              <a:spcBef>
                <a:spcPct val="0"/>
              </a:spcBef>
              <a:spcAft>
                <a:spcPct val="0"/>
              </a:spcAft>
              <a:buSzPct val="89000"/>
              <a:buChar char="•"/>
              <a:defRPr sz="1500">
                <a:solidFill>
                  <a:schemeClr val="bg1"/>
                </a:solidFill>
                <a:latin typeface="+mn-ea"/>
                <a:ea typeface="+mn-ea"/>
              </a:defRPr>
            </a:lvl4pPr>
            <a:lvl5pPr marL="622300" indent="-158750" algn="l" defTabSz="957263" rtl="0" eaLnBrk="0" fontAlgn="base" hangingPunct="0">
              <a:spcBef>
                <a:spcPct val="0"/>
              </a:spcBef>
              <a:spcAft>
                <a:spcPct val="0"/>
              </a:spcAft>
              <a:buSzPct val="75000"/>
              <a:buChar char="–"/>
              <a:defRPr sz="1500">
                <a:solidFill>
                  <a:schemeClr val="bg1"/>
                </a:solidFill>
                <a:latin typeface="+mn-ea"/>
                <a:ea typeface="+mn-ea"/>
              </a:defRPr>
            </a:lvl5pPr>
            <a:lvl6pPr marL="1079500" indent="-158750" algn="l" defTabSz="957263" rtl="0" fontAlgn="base">
              <a:spcBef>
                <a:spcPct val="0"/>
              </a:spcBef>
              <a:spcAft>
                <a:spcPct val="0"/>
              </a:spcAft>
              <a:buSzPct val="75000"/>
              <a:buChar char="–"/>
              <a:defRPr sz="1500">
                <a:solidFill>
                  <a:schemeClr val="tx1"/>
                </a:solidFill>
                <a:latin typeface="+mn-lt"/>
                <a:ea typeface="+mn-ea"/>
              </a:defRPr>
            </a:lvl6pPr>
            <a:lvl7pPr marL="1536700" indent="-158750" algn="l" defTabSz="957263" rtl="0" fontAlgn="base">
              <a:spcBef>
                <a:spcPct val="0"/>
              </a:spcBef>
              <a:spcAft>
                <a:spcPct val="0"/>
              </a:spcAft>
              <a:buSzPct val="75000"/>
              <a:buChar char="–"/>
              <a:defRPr sz="1500">
                <a:solidFill>
                  <a:schemeClr val="tx1"/>
                </a:solidFill>
                <a:latin typeface="+mn-lt"/>
                <a:ea typeface="+mn-ea"/>
              </a:defRPr>
            </a:lvl7pPr>
            <a:lvl8pPr marL="1993900" indent="-158750" algn="l" defTabSz="957263" rtl="0" fontAlgn="base">
              <a:spcBef>
                <a:spcPct val="0"/>
              </a:spcBef>
              <a:spcAft>
                <a:spcPct val="0"/>
              </a:spcAft>
              <a:buSzPct val="75000"/>
              <a:buChar char="–"/>
              <a:defRPr sz="1500">
                <a:solidFill>
                  <a:schemeClr val="tx1"/>
                </a:solidFill>
                <a:latin typeface="+mn-lt"/>
                <a:ea typeface="+mn-ea"/>
              </a:defRPr>
            </a:lvl8pPr>
            <a:lvl9pPr marL="2451100" indent="-158750" algn="l" defTabSz="957263" rtl="0" fontAlgn="base">
              <a:spcBef>
                <a:spcPct val="0"/>
              </a:spcBef>
              <a:spcAft>
                <a:spcPct val="0"/>
              </a:spcAft>
              <a:buSzPct val="75000"/>
              <a:buChar char="–"/>
              <a:defRPr sz="1500">
                <a:solidFill>
                  <a:schemeClr val="tx1"/>
                </a:solidFill>
                <a:latin typeface="+mn-lt"/>
                <a:ea typeface="+mn-ea"/>
              </a:defRPr>
            </a:lvl9pPr>
          </a:lstStyle>
          <a:p>
            <a:pPr latinLnBrk="0">
              <a:defRPr/>
            </a:pPr>
            <a:endParaRPr lang="en-US" altLang="ko-KR" sz="1200" kern="0" dirty="0"/>
          </a:p>
          <a:p>
            <a:pPr latinLnBrk="0">
              <a:defRPr/>
            </a:pPr>
            <a:r>
              <a:rPr lang="en-US" altLang="ko-KR" sz="1200" kern="0" dirty="0"/>
              <a:t>Statistical Learning and Computational Finance Lab.</a:t>
            </a:r>
          </a:p>
          <a:p>
            <a:pPr latinLnBrk="0">
              <a:defRPr/>
            </a:pPr>
            <a:r>
              <a:rPr lang="en-US" altLang="ko-KR" sz="1200" dirty="0"/>
              <a:t>Department of Industrial Engineering</a:t>
            </a:r>
            <a:endParaRPr lang="en-US" altLang="ko-KR" sz="1200" kern="0" dirty="0"/>
          </a:p>
          <a:p>
            <a:pPr latinLnBrk="0">
              <a:defRPr/>
            </a:pPr>
            <a:r>
              <a:rPr lang="en-US" altLang="ko-KR" sz="1200" kern="0" dirty="0"/>
              <a:t>http://slcf.snu.ac.kr</a:t>
            </a:r>
            <a:endParaRPr lang="ko-KR" altLang="en-US" sz="1200" kern="0" dirty="0"/>
          </a:p>
          <a:p>
            <a:pPr latinLnBrk="0">
              <a:defRPr/>
            </a:pPr>
            <a:endParaRPr lang="ko-KR" altLang="en-US" sz="1200" kern="0" dirty="0"/>
          </a:p>
        </p:txBody>
      </p:sp>
    </p:spTree>
    <p:extLst>
      <p:ext uri="{BB962C8B-B14F-4D97-AF65-F5344CB8AC3E}">
        <p14:creationId xmlns:p14="http://schemas.microsoft.com/office/powerpoint/2010/main" val="3939792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en-US" altLang="ko-KR" dirty="0"/>
              <a:t>State space model </a:t>
            </a:r>
            <a:endParaRPr lang="ko-KR" altLang="en-US" dirty="0"/>
          </a:p>
        </p:txBody>
      </p:sp>
      <p:sp>
        <p:nvSpPr>
          <p:cNvPr id="11" name="텍스트 개체 틀 3"/>
          <p:cNvSpPr>
            <a:spLocks noGrp="1"/>
          </p:cNvSpPr>
          <p:nvPr>
            <p:ph type="body" sz="quarter" idx="10"/>
          </p:nvPr>
        </p:nvSpPr>
        <p:spPr>
          <a:xfrm>
            <a:off x="317511" y="1124744"/>
            <a:ext cx="11453311" cy="201593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r>
              <a:rPr lang="en-US" altLang="ko-KR" dirty="0"/>
              <a:t>State space model with DL</a:t>
            </a:r>
          </a:p>
          <a:p>
            <a:pPr lvl="1"/>
            <a:r>
              <a:rPr lang="en-US" altLang="ko-KR" dirty="0"/>
              <a:t>Hippo (</a:t>
            </a:r>
            <a:r>
              <a:rPr lang="en-US" altLang="ko-KR" dirty="0" err="1"/>
              <a:t>NeurIPS</a:t>
            </a:r>
            <a:r>
              <a:rPr lang="en-US" altLang="ko-KR" dirty="0"/>
              <a:t> 20)</a:t>
            </a:r>
          </a:p>
          <a:p>
            <a:pPr lvl="1"/>
            <a:r>
              <a:rPr lang="en-US" altLang="ko-KR" dirty="0"/>
              <a:t>State space model with hippo (</a:t>
            </a:r>
            <a:r>
              <a:rPr lang="en-US" altLang="ko-KR" dirty="0" err="1"/>
              <a:t>NeurIPS</a:t>
            </a:r>
            <a:r>
              <a:rPr lang="en-US" altLang="ko-KR" dirty="0"/>
              <a:t> 21)</a:t>
            </a:r>
          </a:p>
          <a:p>
            <a:pPr lvl="1"/>
            <a:r>
              <a:rPr lang="en-US" altLang="ko-KR" dirty="0"/>
              <a:t>S4 (ICLR 22 outstanding)</a:t>
            </a:r>
          </a:p>
          <a:p>
            <a:endParaRPr lang="en-US" altLang="ko-KR" dirty="0"/>
          </a:p>
        </p:txBody>
      </p:sp>
      <p:pic>
        <p:nvPicPr>
          <p:cNvPr id="4" name="그림 3">
            <a:extLst>
              <a:ext uri="{FF2B5EF4-FFF2-40B4-BE49-F238E27FC236}">
                <a16:creationId xmlns:a16="http://schemas.microsoft.com/office/drawing/2014/main" id="{B868F045-CCC5-42AA-A46B-65FE5853585D}"/>
              </a:ext>
            </a:extLst>
          </p:cNvPr>
          <p:cNvPicPr>
            <a:picLocks noChangeAspect="1"/>
          </p:cNvPicPr>
          <p:nvPr/>
        </p:nvPicPr>
        <p:blipFill>
          <a:blip r:embed="rId3"/>
          <a:stretch>
            <a:fillRect/>
          </a:stretch>
        </p:blipFill>
        <p:spPr>
          <a:xfrm>
            <a:off x="1444567" y="2785488"/>
            <a:ext cx="8420886" cy="3596793"/>
          </a:xfrm>
          <a:prstGeom prst="rect">
            <a:avLst/>
          </a:prstGeom>
        </p:spPr>
      </p:pic>
    </p:spTree>
    <p:extLst>
      <p:ext uri="{BB962C8B-B14F-4D97-AF65-F5344CB8AC3E}">
        <p14:creationId xmlns:p14="http://schemas.microsoft.com/office/powerpoint/2010/main" val="42814962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LEFT" val=" 618.25"/>
  <p:tag name="LTOP" val=" 556.75"/>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3.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4.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5.xml><?xml version="1.0" encoding="utf-8"?>
<p:tagLst xmlns:a="http://schemas.openxmlformats.org/drawingml/2006/main" xmlns:r="http://schemas.openxmlformats.org/officeDocument/2006/relationships" xmlns:p="http://schemas.openxmlformats.org/presentationml/2006/main">
  <p:tag name="LLEFT" val=" 618.25"/>
  <p:tag name="LTOP" val=" 556.75"/>
</p:tagLst>
</file>

<file path=ppt/tags/tag6.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7.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8.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9.xml><?xml version="1.0" encoding="utf-8"?>
<p:tagLst xmlns:a="http://schemas.openxmlformats.org/drawingml/2006/main" xmlns:r="http://schemas.openxmlformats.org/officeDocument/2006/relationships" xmlns:p="http://schemas.openxmlformats.org/presentationml/2006/main">
  <p:tag name="LLEFT" val=" 618.25"/>
  <p:tag name="LTOP" val=" 556.75"/>
</p:tagLst>
</file>

<file path=ppt/tags/tag10.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1_U_Template 2000_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_Template 2000_K">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spDef>
    <a:ln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U_Template 2000_K 1">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clrMap bg1="lt1" tx1="dk1" bg2="lt2" tx2="dk2" accent1="accent1" accent2="accent2" accent3="accent3" accent4="accent4" accent5="accent5" accent6="accent6" hlink="hlink" folHlink="folHlink"/>
    </a:extraClrScheme>
    <a:extraClrScheme>
      <a:clrScheme name="U_Template 2000_K 2">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_Template 2000_K 3">
        <a:dk1>
          <a:srgbClr val="000000"/>
        </a:dk1>
        <a:lt1>
          <a:srgbClr val="FFFFFF"/>
        </a:lt1>
        <a:dk2>
          <a:srgbClr val="000000"/>
        </a:dk2>
        <a:lt2>
          <a:srgbClr val="000000"/>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000000"/>
        </a:folHlink>
      </a:clrScheme>
      <a:clrMap bg1="lt1" tx1="dk1" bg2="lt2" tx2="dk2" accent1="accent1" accent2="accent2" accent3="accent3" accent4="accent4" accent5="accent5" accent6="accent6" hlink="hlink" folHlink="folHlink"/>
    </a:extraClrScheme>
    <a:extraClrScheme>
      <a:clrScheme name="U_Template 2000_K 4">
        <a:dk1>
          <a:srgbClr val="000000"/>
        </a:dk1>
        <a:lt1>
          <a:srgbClr val="FFFFFF"/>
        </a:lt1>
        <a:dk2>
          <a:srgbClr val="0000FE"/>
        </a:dk2>
        <a:lt2>
          <a:srgbClr val="000000"/>
        </a:lt2>
        <a:accent1>
          <a:srgbClr val="6598FF"/>
        </a:accent1>
        <a:accent2>
          <a:srgbClr val="FF8700"/>
        </a:accent2>
        <a:accent3>
          <a:srgbClr val="FFFFFF"/>
        </a:accent3>
        <a:accent4>
          <a:srgbClr val="000000"/>
        </a:accent4>
        <a:accent5>
          <a:srgbClr val="B8CAFF"/>
        </a:accent5>
        <a:accent6>
          <a:srgbClr val="E77A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5">
        <a:dk1>
          <a:srgbClr val="000000"/>
        </a:dk1>
        <a:lt1>
          <a:srgbClr val="FFFFFF"/>
        </a:lt1>
        <a:dk2>
          <a:srgbClr val="0000FE"/>
        </a:dk2>
        <a:lt2>
          <a:srgbClr val="000000"/>
        </a:lt2>
        <a:accent1>
          <a:srgbClr val="6598FF"/>
        </a:accent1>
        <a:accent2>
          <a:srgbClr val="FEFB00"/>
        </a:accent2>
        <a:accent3>
          <a:srgbClr val="FFFFFF"/>
        </a:accent3>
        <a:accent4>
          <a:srgbClr val="000000"/>
        </a:accent4>
        <a:accent5>
          <a:srgbClr val="B8CAFF"/>
        </a:accent5>
        <a:accent6>
          <a:srgbClr val="E6E3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6">
        <a:dk1>
          <a:srgbClr val="6598FF"/>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F8700"/>
        </a:folHlink>
      </a:clrScheme>
      <a:clrMap bg1="dk2" tx1="lt1" bg2="dk1" tx2="lt2" accent1="accent1" accent2="accent2" accent3="accent3" accent4="accent4" accent5="accent5" accent6="accent6" hlink="hlink" folHlink="folHlink"/>
    </a:extraClrScheme>
    <a:extraClrScheme>
      <a:clrScheme name="U_Template 2000_K 7">
        <a:dk1>
          <a:srgbClr val="000000"/>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EFB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U_Template 2000_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_Template 2000_K">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spDef>
    <a:ln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U_Template 2000_K 1">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clrMap bg1="lt1" tx1="dk1" bg2="lt2" tx2="dk2" accent1="accent1" accent2="accent2" accent3="accent3" accent4="accent4" accent5="accent5" accent6="accent6" hlink="hlink" folHlink="folHlink"/>
    </a:extraClrScheme>
    <a:extraClrScheme>
      <a:clrScheme name="U_Template 2000_K 2">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_Template 2000_K 3">
        <a:dk1>
          <a:srgbClr val="000000"/>
        </a:dk1>
        <a:lt1>
          <a:srgbClr val="FFFFFF"/>
        </a:lt1>
        <a:dk2>
          <a:srgbClr val="000000"/>
        </a:dk2>
        <a:lt2>
          <a:srgbClr val="000000"/>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000000"/>
        </a:folHlink>
      </a:clrScheme>
      <a:clrMap bg1="lt1" tx1="dk1" bg2="lt2" tx2="dk2" accent1="accent1" accent2="accent2" accent3="accent3" accent4="accent4" accent5="accent5" accent6="accent6" hlink="hlink" folHlink="folHlink"/>
    </a:extraClrScheme>
    <a:extraClrScheme>
      <a:clrScheme name="U_Template 2000_K 4">
        <a:dk1>
          <a:srgbClr val="000000"/>
        </a:dk1>
        <a:lt1>
          <a:srgbClr val="FFFFFF"/>
        </a:lt1>
        <a:dk2>
          <a:srgbClr val="0000FE"/>
        </a:dk2>
        <a:lt2>
          <a:srgbClr val="000000"/>
        </a:lt2>
        <a:accent1>
          <a:srgbClr val="6598FF"/>
        </a:accent1>
        <a:accent2>
          <a:srgbClr val="FF8700"/>
        </a:accent2>
        <a:accent3>
          <a:srgbClr val="FFFFFF"/>
        </a:accent3>
        <a:accent4>
          <a:srgbClr val="000000"/>
        </a:accent4>
        <a:accent5>
          <a:srgbClr val="B8CAFF"/>
        </a:accent5>
        <a:accent6>
          <a:srgbClr val="E77A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5">
        <a:dk1>
          <a:srgbClr val="000000"/>
        </a:dk1>
        <a:lt1>
          <a:srgbClr val="FFFFFF"/>
        </a:lt1>
        <a:dk2>
          <a:srgbClr val="0000FE"/>
        </a:dk2>
        <a:lt2>
          <a:srgbClr val="000000"/>
        </a:lt2>
        <a:accent1>
          <a:srgbClr val="6598FF"/>
        </a:accent1>
        <a:accent2>
          <a:srgbClr val="FEFB00"/>
        </a:accent2>
        <a:accent3>
          <a:srgbClr val="FFFFFF"/>
        </a:accent3>
        <a:accent4>
          <a:srgbClr val="000000"/>
        </a:accent4>
        <a:accent5>
          <a:srgbClr val="B8CAFF"/>
        </a:accent5>
        <a:accent6>
          <a:srgbClr val="E6E3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6">
        <a:dk1>
          <a:srgbClr val="6598FF"/>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F8700"/>
        </a:folHlink>
      </a:clrScheme>
      <a:clrMap bg1="dk2" tx1="lt1" bg2="dk1" tx2="lt2" accent1="accent1" accent2="accent2" accent3="accent3" accent4="accent4" accent5="accent5" accent6="accent6" hlink="hlink" folHlink="folHlink"/>
    </a:extraClrScheme>
    <a:extraClrScheme>
      <a:clrScheme name="U_Template 2000_K 7">
        <a:dk1>
          <a:srgbClr val="000000"/>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EFB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U_Template 2000_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_Template 2000_K">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spDef>
    <a:lnDef>
      <a:spPr bwMode="auto">
        <a:xfrm>
          <a:off x="0" y="0"/>
          <a:ext cx="1" cy="1"/>
        </a:xfrm>
        <a:custGeom>
          <a:avLst/>
          <a:gdLst/>
          <a:ahLst/>
          <a:cxnLst/>
          <a:rect l="0" t="0" r="0" b="0"/>
          <a:pathLst/>
        </a:custGeom>
        <a:solidFill>
          <a:srgbClr val="808080"/>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77900" rtl="0" eaLnBrk="1" fontAlgn="base" latinLnBrk="0" hangingPunct="1">
          <a:lnSpc>
            <a:spcPct val="100000"/>
          </a:lnSpc>
          <a:spcBef>
            <a:spcPct val="0"/>
          </a:spcBef>
          <a:spcAft>
            <a:spcPct val="0"/>
          </a:spcAft>
          <a:buClrTx/>
          <a:buSzTx/>
          <a:buFontTx/>
          <a:buNone/>
          <a:tabLst/>
          <a:defRPr kumimoji="0" lang="en-US" sz="1300" b="0" i="0" u="none" strike="noStrike" cap="none" normalizeH="0" baseline="0" smtClean="0">
            <a:ln>
              <a:noFill/>
            </a:ln>
            <a:solidFill>
              <a:schemeClr val="tx1"/>
            </a:solidFill>
            <a:effectLst/>
            <a:latin typeface="맑은 고딕" pitchFamily="50" charset="-127"/>
            <a:ea typeface="맑은 고딕" pitchFamily="50" charset="-127"/>
          </a:defRPr>
        </a:defPPr>
      </a:lstStyle>
    </a:lnDef>
  </a:objectDefaults>
  <a:extraClrSchemeLst>
    <a:extraClrScheme>
      <a:clrScheme name="U_Template 2000_K 1">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clrMap bg1="lt1" tx1="dk1" bg2="lt2" tx2="dk2" accent1="accent1" accent2="accent2" accent3="accent3" accent4="accent4" accent5="accent5" accent6="accent6" hlink="hlink" folHlink="folHlink"/>
    </a:extraClrScheme>
    <a:extraClrScheme>
      <a:clrScheme name="U_Template 2000_K 2">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_Template 2000_K 3">
        <a:dk1>
          <a:srgbClr val="000000"/>
        </a:dk1>
        <a:lt1>
          <a:srgbClr val="FFFFFF"/>
        </a:lt1>
        <a:dk2>
          <a:srgbClr val="000000"/>
        </a:dk2>
        <a:lt2>
          <a:srgbClr val="000000"/>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000000"/>
        </a:folHlink>
      </a:clrScheme>
      <a:clrMap bg1="lt1" tx1="dk1" bg2="lt2" tx2="dk2" accent1="accent1" accent2="accent2" accent3="accent3" accent4="accent4" accent5="accent5" accent6="accent6" hlink="hlink" folHlink="folHlink"/>
    </a:extraClrScheme>
    <a:extraClrScheme>
      <a:clrScheme name="U_Template 2000_K 4">
        <a:dk1>
          <a:srgbClr val="000000"/>
        </a:dk1>
        <a:lt1>
          <a:srgbClr val="FFFFFF"/>
        </a:lt1>
        <a:dk2>
          <a:srgbClr val="0000FE"/>
        </a:dk2>
        <a:lt2>
          <a:srgbClr val="000000"/>
        </a:lt2>
        <a:accent1>
          <a:srgbClr val="6598FF"/>
        </a:accent1>
        <a:accent2>
          <a:srgbClr val="FF8700"/>
        </a:accent2>
        <a:accent3>
          <a:srgbClr val="FFFFFF"/>
        </a:accent3>
        <a:accent4>
          <a:srgbClr val="000000"/>
        </a:accent4>
        <a:accent5>
          <a:srgbClr val="B8CAFF"/>
        </a:accent5>
        <a:accent6>
          <a:srgbClr val="E77A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5">
        <a:dk1>
          <a:srgbClr val="000000"/>
        </a:dk1>
        <a:lt1>
          <a:srgbClr val="FFFFFF"/>
        </a:lt1>
        <a:dk2>
          <a:srgbClr val="0000FE"/>
        </a:dk2>
        <a:lt2>
          <a:srgbClr val="000000"/>
        </a:lt2>
        <a:accent1>
          <a:srgbClr val="6598FF"/>
        </a:accent1>
        <a:accent2>
          <a:srgbClr val="FEFB00"/>
        </a:accent2>
        <a:accent3>
          <a:srgbClr val="FFFFFF"/>
        </a:accent3>
        <a:accent4>
          <a:srgbClr val="000000"/>
        </a:accent4>
        <a:accent5>
          <a:srgbClr val="B8CAFF"/>
        </a:accent5>
        <a:accent6>
          <a:srgbClr val="E6E300"/>
        </a:accent6>
        <a:hlink>
          <a:srgbClr val="33CB33"/>
        </a:hlink>
        <a:folHlink>
          <a:srgbClr val="0000FE"/>
        </a:folHlink>
      </a:clrScheme>
      <a:clrMap bg1="lt1" tx1="dk1" bg2="lt2" tx2="dk2" accent1="accent1" accent2="accent2" accent3="accent3" accent4="accent4" accent5="accent5" accent6="accent6" hlink="hlink" folHlink="folHlink"/>
    </a:extraClrScheme>
    <a:extraClrScheme>
      <a:clrScheme name="U_Template 2000_K 6">
        <a:dk1>
          <a:srgbClr val="6598FF"/>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F8700"/>
        </a:folHlink>
      </a:clrScheme>
      <a:clrMap bg1="dk2" tx1="lt1" bg2="dk1" tx2="lt2" accent1="accent1" accent2="accent2" accent3="accent3" accent4="accent4" accent5="accent5" accent6="accent6" hlink="hlink" folHlink="folHlink"/>
    </a:extraClrScheme>
    <a:extraClrScheme>
      <a:clrScheme name="U_Template 2000_K 7">
        <a:dk1>
          <a:srgbClr val="000000"/>
        </a:dk1>
        <a:lt1>
          <a:srgbClr val="FFFFFF"/>
        </a:lt1>
        <a:dk2>
          <a:srgbClr val="000000"/>
        </a:dk2>
        <a:lt2>
          <a:srgbClr val="FEFB00"/>
        </a:lt2>
        <a:accent1>
          <a:srgbClr val="0000FE"/>
        </a:accent1>
        <a:accent2>
          <a:srgbClr val="6598FF"/>
        </a:accent2>
        <a:accent3>
          <a:srgbClr val="AAAAAA"/>
        </a:accent3>
        <a:accent4>
          <a:srgbClr val="DADADA"/>
        </a:accent4>
        <a:accent5>
          <a:srgbClr val="AAAAFE"/>
        </a:accent5>
        <a:accent6>
          <a:srgbClr val="5B89E7"/>
        </a:accent6>
        <a:hlink>
          <a:srgbClr val="33CB33"/>
        </a:hlink>
        <a:folHlink>
          <a:srgbClr val="FEFB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34184</TotalTime>
  <Words>51</Words>
  <Application>Microsoft Office PowerPoint</Application>
  <PresentationFormat>와이드스크린</PresentationFormat>
  <Paragraphs>11</Paragraphs>
  <Slides>2</Slides>
  <Notes>2</Notes>
  <HiddenSlides>0</HiddenSlides>
  <MMClips>0</MMClips>
  <ScaleCrop>false</ScaleCrop>
  <HeadingPairs>
    <vt:vector size="6" baseType="variant">
      <vt:variant>
        <vt:lpstr>사용한 글꼴</vt:lpstr>
      </vt:variant>
      <vt:variant>
        <vt:i4>6</vt:i4>
      </vt:variant>
      <vt:variant>
        <vt:lpstr>테마</vt:lpstr>
      </vt:variant>
      <vt:variant>
        <vt:i4>3</vt:i4>
      </vt:variant>
      <vt:variant>
        <vt:lpstr>슬라이드 제목</vt:lpstr>
      </vt:variant>
      <vt:variant>
        <vt:i4>2</vt:i4>
      </vt:variant>
    </vt:vector>
  </HeadingPairs>
  <TitlesOfParts>
    <vt:vector size="11" baseType="lpstr">
      <vt:lpstr>맑은 고딕</vt:lpstr>
      <vt:lpstr>Arial</vt:lpstr>
      <vt:lpstr>Calibri</vt:lpstr>
      <vt:lpstr>Calibri Light</vt:lpstr>
      <vt:lpstr>Wingdings</vt:lpstr>
      <vt:lpstr>Wingdings 2</vt:lpstr>
      <vt:lpstr>1_U_Template 2000_K</vt:lpstr>
      <vt:lpstr>3_U_Template 2000_K</vt:lpstr>
      <vt:lpstr>5_U_Template 2000_K</vt:lpstr>
      <vt:lpstr>PowerPoint 프레젠테이션</vt:lpstr>
      <vt:lpstr>State space 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slcf</dc:creator>
  <cp:lastModifiedBy>한수빈</cp:lastModifiedBy>
  <cp:revision>568</cp:revision>
  <dcterms:created xsi:type="dcterms:W3CDTF">2020-09-13T12:38:11Z</dcterms:created>
  <dcterms:modified xsi:type="dcterms:W3CDTF">2026-04-28T06:43:57Z</dcterms:modified>
</cp:coreProperties>
</file>